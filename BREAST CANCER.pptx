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sldIdLst>
    <p:sldId id="256" r:id="rId2"/>
    <p:sldId id="257" r:id="rId3"/>
    <p:sldId id="262" r:id="rId4"/>
    <p:sldId id="258" r:id="rId5"/>
    <p:sldId id="259" r:id="rId6"/>
    <p:sldId id="263" r:id="rId7"/>
    <p:sldId id="264" r:id="rId8"/>
    <p:sldId id="266" r:id="rId9"/>
    <p:sldId id="265" r:id="rId10"/>
    <p:sldId id="267" r:id="rId11"/>
    <p:sldId id="268" r:id="rId12"/>
    <p:sldId id="260"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59" d="100"/>
          <a:sy n="59" d="100"/>
        </p:scale>
        <p:origin x="10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vikaa sinha" userId="5e1af9ac90065462" providerId="LiveId" clId="{093EED2F-69BA-4111-BA8F-92A64CAE8127}"/>
    <pc:docChg chg="custSel addSld delSld modSld">
      <pc:chgData name="advikaa sinha" userId="5e1af9ac90065462" providerId="LiveId" clId="{093EED2F-69BA-4111-BA8F-92A64CAE8127}" dt="2026-06-25T12:18:16.603" v="1460" actId="255"/>
      <pc:docMkLst>
        <pc:docMk/>
      </pc:docMkLst>
      <pc:sldChg chg="delSp modSp mod delDesignElem">
        <pc:chgData name="advikaa sinha" userId="5e1af9ac90065462" providerId="LiveId" clId="{093EED2F-69BA-4111-BA8F-92A64CAE8127}" dt="2026-06-25T12:18:16.603" v="1460" actId="255"/>
        <pc:sldMkLst>
          <pc:docMk/>
          <pc:sldMk cId="2279380" sldId="256"/>
        </pc:sldMkLst>
        <pc:spChg chg="mod">
          <ac:chgData name="advikaa sinha" userId="5e1af9ac90065462" providerId="LiveId" clId="{093EED2F-69BA-4111-BA8F-92A64CAE8127}" dt="2026-06-25T12:18:16.603" v="1460" actId="255"/>
          <ac:spMkLst>
            <pc:docMk/>
            <pc:sldMk cId="2279380" sldId="256"/>
            <ac:spMk id="2" creationId="{53ADE740-363D-0829-DF95-72A80CEFFE4A}"/>
          </ac:spMkLst>
        </pc:spChg>
        <pc:spChg chg="mod">
          <ac:chgData name="advikaa sinha" userId="5e1af9ac90065462" providerId="LiveId" clId="{093EED2F-69BA-4111-BA8F-92A64CAE8127}" dt="2026-06-25T12:11:16.725" v="1416" actId="27636"/>
          <ac:spMkLst>
            <pc:docMk/>
            <pc:sldMk cId="2279380" sldId="256"/>
            <ac:spMk id="3" creationId="{5F847FF0-FEF7-307F-4397-3A48A1CB4BF8}"/>
          </ac:spMkLst>
        </pc:spChg>
        <pc:spChg chg="del">
          <ac:chgData name="advikaa sinha" userId="5e1af9ac90065462" providerId="LiveId" clId="{093EED2F-69BA-4111-BA8F-92A64CAE8127}" dt="2026-06-25T11:13:47.271" v="1133"/>
          <ac:spMkLst>
            <pc:docMk/>
            <pc:sldMk cId="2279380" sldId="256"/>
            <ac:spMk id="9" creationId="{19F9BF86-FE94-4517-B97D-026C7515E589}"/>
          </ac:spMkLst>
        </pc:spChg>
        <pc:spChg chg="del">
          <ac:chgData name="advikaa sinha" userId="5e1af9ac90065462" providerId="LiveId" clId="{093EED2F-69BA-4111-BA8F-92A64CAE8127}" dt="2026-06-25T11:13:47.271" v="1133"/>
          <ac:spMkLst>
            <pc:docMk/>
            <pc:sldMk cId="2279380" sldId="256"/>
            <ac:spMk id="11" creationId="{36136311-C81B-47C5-AE0A-5641A5A59520}"/>
          </ac:spMkLst>
        </pc:spChg>
        <pc:picChg chg="mod">
          <ac:chgData name="advikaa sinha" userId="5e1af9ac90065462" providerId="LiveId" clId="{093EED2F-69BA-4111-BA8F-92A64CAE8127}" dt="2026-06-24T13:00:52.495" v="531" actId="1076"/>
          <ac:picMkLst>
            <pc:docMk/>
            <pc:sldMk cId="2279380" sldId="256"/>
            <ac:picMk id="4" creationId="{1F373971-DED3-7C39-D1E9-CFB1EDBD9F92}"/>
          </ac:picMkLst>
        </pc:picChg>
        <pc:cxnChg chg="del">
          <ac:chgData name="advikaa sinha" userId="5e1af9ac90065462" providerId="LiveId" clId="{093EED2F-69BA-4111-BA8F-92A64CAE8127}" dt="2026-06-25T11:13:47.271" v="1133"/>
          <ac:cxnSpMkLst>
            <pc:docMk/>
            <pc:sldMk cId="2279380" sldId="256"/>
            <ac:cxnSpMk id="13" creationId="{7CC73A33-65FF-41A9-A3B0-006753CD1028}"/>
          </ac:cxnSpMkLst>
        </pc:cxnChg>
      </pc:sldChg>
      <pc:sldChg chg="modSp mod">
        <pc:chgData name="advikaa sinha" userId="5e1af9ac90065462" providerId="LiveId" clId="{093EED2F-69BA-4111-BA8F-92A64CAE8127}" dt="2026-06-25T12:15:12.519" v="1439" actId="115"/>
        <pc:sldMkLst>
          <pc:docMk/>
          <pc:sldMk cId="1757763345" sldId="257"/>
        </pc:sldMkLst>
        <pc:spChg chg="mod">
          <ac:chgData name="advikaa sinha" userId="5e1af9ac90065462" providerId="LiveId" clId="{093EED2F-69BA-4111-BA8F-92A64CAE8127}" dt="2026-06-25T12:15:12.519" v="1439" actId="115"/>
          <ac:spMkLst>
            <pc:docMk/>
            <pc:sldMk cId="1757763345" sldId="257"/>
            <ac:spMk id="2" creationId="{959C84FC-643C-1F62-686A-9F6FE6FBBCD5}"/>
          </ac:spMkLst>
        </pc:spChg>
        <pc:spChg chg="mod">
          <ac:chgData name="advikaa sinha" userId="5e1af9ac90065462" providerId="LiveId" clId="{093EED2F-69BA-4111-BA8F-92A64CAE8127}" dt="2026-06-25T11:13:47.318" v="1134" actId="27636"/>
          <ac:spMkLst>
            <pc:docMk/>
            <pc:sldMk cId="1757763345" sldId="257"/>
            <ac:spMk id="3" creationId="{CBDFD04E-1225-7F01-5DA7-FF4B427735CB}"/>
          </ac:spMkLst>
        </pc:spChg>
      </pc:sldChg>
      <pc:sldChg chg="addSp delSp modSp del mod">
        <pc:chgData name="advikaa sinha" userId="5e1af9ac90065462" providerId="LiveId" clId="{093EED2F-69BA-4111-BA8F-92A64CAE8127}" dt="2026-06-24T06:12:04.434" v="19" actId="2696"/>
        <pc:sldMkLst>
          <pc:docMk/>
          <pc:sldMk cId="148241028" sldId="258"/>
        </pc:sldMkLst>
        <pc:spChg chg="add del mod">
          <ac:chgData name="advikaa sinha" userId="5e1af9ac90065462" providerId="LiveId" clId="{093EED2F-69BA-4111-BA8F-92A64CAE8127}" dt="2026-06-24T06:09:11.369" v="9"/>
          <ac:spMkLst>
            <pc:docMk/>
            <pc:sldMk cId="148241028" sldId="258"/>
            <ac:spMk id="5" creationId="{77FFD5B9-4B6F-E245-5C07-B4E7D4BF6871}"/>
          </ac:spMkLst>
        </pc:spChg>
        <pc:spChg chg="del mod">
          <ac:chgData name="advikaa sinha" userId="5e1af9ac90065462" providerId="LiveId" clId="{093EED2F-69BA-4111-BA8F-92A64CAE8127}" dt="2026-06-24T06:08:21.188" v="3"/>
          <ac:spMkLst>
            <pc:docMk/>
            <pc:sldMk cId="148241028" sldId="258"/>
            <ac:spMk id="6" creationId="{1AB91D62-6D96-56B9-7966-F398EB8A3867}"/>
          </ac:spMkLst>
        </pc:spChg>
        <pc:spChg chg="add del mod">
          <ac:chgData name="advikaa sinha" userId="5e1af9ac90065462" providerId="LiveId" clId="{093EED2F-69BA-4111-BA8F-92A64CAE8127}" dt="2026-06-24T06:11:33.307" v="11"/>
          <ac:spMkLst>
            <pc:docMk/>
            <pc:sldMk cId="148241028" sldId="258"/>
            <ac:spMk id="9" creationId="{20633AEC-486B-BA2B-6BBF-FD4372D9E428}"/>
          </ac:spMkLst>
        </pc:spChg>
        <pc:graphicFrameChg chg="add del mod modGraphic">
          <ac:chgData name="advikaa sinha" userId="5e1af9ac90065462" providerId="LiveId" clId="{093EED2F-69BA-4111-BA8F-92A64CAE8127}" dt="2026-06-24T06:08:44.169" v="7" actId="478"/>
          <ac:graphicFrameMkLst>
            <pc:docMk/>
            <pc:sldMk cId="148241028" sldId="258"/>
            <ac:graphicFrameMk id="3" creationId="{D4FBFC2B-11A6-B611-C96B-854B90D8303C}"/>
          </ac:graphicFrameMkLst>
        </pc:graphicFrameChg>
        <pc:graphicFrameChg chg="add del mod">
          <ac:chgData name="advikaa sinha" userId="5e1af9ac90065462" providerId="LiveId" clId="{093EED2F-69BA-4111-BA8F-92A64CAE8127}" dt="2026-06-24T06:09:16.517" v="10" actId="478"/>
          <ac:graphicFrameMkLst>
            <pc:docMk/>
            <pc:sldMk cId="148241028" sldId="258"/>
            <ac:graphicFrameMk id="7" creationId="{FDADD75C-F94E-7883-0824-7E9E16D545CB}"/>
          </ac:graphicFrameMkLst>
        </pc:graphicFrameChg>
        <pc:graphicFrameChg chg="add mod modGraphic">
          <ac:chgData name="advikaa sinha" userId="5e1af9ac90065462" providerId="LiveId" clId="{093EED2F-69BA-4111-BA8F-92A64CAE8127}" dt="2026-06-24T06:11:51.533" v="18" actId="20577"/>
          <ac:graphicFrameMkLst>
            <pc:docMk/>
            <pc:sldMk cId="148241028" sldId="258"/>
            <ac:graphicFrameMk id="10" creationId="{80D9CDAD-9119-FECF-2677-DF35A1025763}"/>
          </ac:graphicFrameMkLst>
        </pc:graphicFrameChg>
      </pc:sldChg>
      <pc:sldChg chg="new del">
        <pc:chgData name="advikaa sinha" userId="5e1af9ac90065462" providerId="LiveId" clId="{093EED2F-69BA-4111-BA8F-92A64CAE8127}" dt="2026-06-24T06:12:18.998" v="21" actId="2696"/>
        <pc:sldMkLst>
          <pc:docMk/>
          <pc:sldMk cId="3027136531" sldId="258"/>
        </pc:sldMkLst>
      </pc:sldChg>
      <pc:sldChg chg="addSp delSp modSp new mod">
        <pc:chgData name="advikaa sinha" userId="5e1af9ac90065462" providerId="LiveId" clId="{093EED2F-69BA-4111-BA8F-92A64CAE8127}" dt="2026-06-25T12:15:25.867" v="1441" actId="115"/>
        <pc:sldMkLst>
          <pc:docMk/>
          <pc:sldMk cId="3632894782" sldId="258"/>
        </pc:sldMkLst>
        <pc:spChg chg="mod">
          <ac:chgData name="advikaa sinha" userId="5e1af9ac90065462" providerId="LiveId" clId="{093EED2F-69BA-4111-BA8F-92A64CAE8127}" dt="2026-06-25T12:15:25.867" v="1441" actId="115"/>
          <ac:spMkLst>
            <pc:docMk/>
            <pc:sldMk cId="3632894782" sldId="258"/>
            <ac:spMk id="2" creationId="{44406934-1564-9B64-94CD-F6F491B5F943}"/>
          </ac:spMkLst>
        </pc:spChg>
        <pc:graphicFrameChg chg="add del mod modGraphic">
          <ac:chgData name="advikaa sinha" userId="5e1af9ac90065462" providerId="LiveId" clId="{093EED2F-69BA-4111-BA8F-92A64CAE8127}" dt="2026-06-24T07:11:25.453" v="104" actId="478"/>
          <ac:graphicFrameMkLst>
            <pc:docMk/>
            <pc:sldMk cId="3632894782" sldId="258"/>
            <ac:graphicFrameMk id="3" creationId="{CE0F70F6-5019-D9BF-B290-59D43888D4FD}"/>
          </ac:graphicFrameMkLst>
        </pc:graphicFrameChg>
        <pc:graphicFrameChg chg="add mod modGraphic">
          <ac:chgData name="advikaa sinha" userId="5e1af9ac90065462" providerId="LiveId" clId="{093EED2F-69BA-4111-BA8F-92A64CAE8127}" dt="2026-06-24T07:12:19.877" v="112" actId="14100"/>
          <ac:graphicFrameMkLst>
            <pc:docMk/>
            <pc:sldMk cId="3632894782" sldId="258"/>
            <ac:graphicFrameMk id="4" creationId="{91726DCD-A339-DFDA-D3FE-C888FBFE8A27}"/>
          </ac:graphicFrameMkLst>
        </pc:graphicFrameChg>
      </pc:sldChg>
      <pc:sldChg chg="addSp delSp modSp new mod">
        <pc:chgData name="advikaa sinha" userId="5e1af9ac90065462" providerId="LiveId" clId="{093EED2F-69BA-4111-BA8F-92A64CAE8127}" dt="2026-06-25T12:15:31.260" v="1442" actId="115"/>
        <pc:sldMkLst>
          <pc:docMk/>
          <pc:sldMk cId="3467108039" sldId="259"/>
        </pc:sldMkLst>
        <pc:spChg chg="mod">
          <ac:chgData name="advikaa sinha" userId="5e1af9ac90065462" providerId="LiveId" clId="{093EED2F-69BA-4111-BA8F-92A64CAE8127}" dt="2026-06-25T12:15:31.260" v="1442" actId="115"/>
          <ac:spMkLst>
            <pc:docMk/>
            <pc:sldMk cId="3467108039" sldId="259"/>
            <ac:spMk id="2" creationId="{1D3DA2E3-2B89-8CA6-25AF-40F6D94D9F97}"/>
          </ac:spMkLst>
        </pc:spChg>
        <pc:graphicFrameChg chg="add del mod modGraphic">
          <ac:chgData name="advikaa sinha" userId="5e1af9ac90065462" providerId="LiveId" clId="{093EED2F-69BA-4111-BA8F-92A64CAE8127}" dt="2026-06-24T07:14:23.066" v="114" actId="478"/>
          <ac:graphicFrameMkLst>
            <pc:docMk/>
            <pc:sldMk cId="3467108039" sldId="259"/>
            <ac:graphicFrameMk id="3" creationId="{9ABE3B4F-06A6-8897-0C43-9D413CFC3594}"/>
          </ac:graphicFrameMkLst>
        </pc:graphicFrameChg>
        <pc:graphicFrameChg chg="add del mod modGraphic">
          <ac:chgData name="advikaa sinha" userId="5e1af9ac90065462" providerId="LiveId" clId="{093EED2F-69BA-4111-BA8F-92A64CAE8127}" dt="2026-06-24T07:15:52.386" v="119" actId="478"/>
          <ac:graphicFrameMkLst>
            <pc:docMk/>
            <pc:sldMk cId="3467108039" sldId="259"/>
            <ac:graphicFrameMk id="6" creationId="{68F08565-5F93-CA17-92BB-E0F8FA77406E}"/>
          </ac:graphicFrameMkLst>
        </pc:graphicFrameChg>
        <pc:graphicFrameChg chg="add mod modGraphic">
          <ac:chgData name="advikaa sinha" userId="5e1af9ac90065462" providerId="LiveId" clId="{093EED2F-69BA-4111-BA8F-92A64CAE8127}" dt="2026-06-24T07:23:55.815" v="143" actId="14100"/>
          <ac:graphicFrameMkLst>
            <pc:docMk/>
            <pc:sldMk cId="3467108039" sldId="259"/>
            <ac:graphicFrameMk id="7" creationId="{58CD94DD-1BE5-A7CB-7B6B-AC7490A7318E}"/>
          </ac:graphicFrameMkLst>
        </pc:graphicFrameChg>
        <pc:picChg chg="add del mod">
          <ac:chgData name="advikaa sinha" userId="5e1af9ac90065462" providerId="LiveId" clId="{093EED2F-69BA-4111-BA8F-92A64CAE8127}" dt="2026-06-24T07:14:20.850" v="113" actId="478"/>
          <ac:picMkLst>
            <pc:docMk/>
            <pc:sldMk cId="3467108039" sldId="259"/>
            <ac:picMk id="5" creationId="{1FE3270E-C278-A66D-0422-29EEF61E2148}"/>
          </ac:picMkLst>
        </pc:picChg>
        <pc:picChg chg="add del mod">
          <ac:chgData name="advikaa sinha" userId="5e1af9ac90065462" providerId="LiveId" clId="{093EED2F-69BA-4111-BA8F-92A64CAE8127}" dt="2026-06-24T07:18:09.111" v="127" actId="478"/>
          <ac:picMkLst>
            <pc:docMk/>
            <pc:sldMk cId="3467108039" sldId="259"/>
            <ac:picMk id="9" creationId="{BDC83062-AAD5-EEC8-900C-0CA813AEC68D}"/>
          </ac:picMkLst>
        </pc:picChg>
        <pc:picChg chg="add del mod">
          <ac:chgData name="advikaa sinha" userId="5e1af9ac90065462" providerId="LiveId" clId="{093EED2F-69BA-4111-BA8F-92A64CAE8127}" dt="2026-06-24T07:23:34.178" v="142" actId="478"/>
          <ac:picMkLst>
            <pc:docMk/>
            <pc:sldMk cId="3467108039" sldId="259"/>
            <ac:picMk id="11" creationId="{FF2539EB-3B66-FF99-5D6A-E775F6424458}"/>
          </ac:picMkLst>
        </pc:picChg>
        <pc:picChg chg="add del mod">
          <ac:chgData name="advikaa sinha" userId="5e1af9ac90065462" providerId="LiveId" clId="{093EED2F-69BA-4111-BA8F-92A64CAE8127}" dt="2026-06-24T07:23:32.638" v="141" actId="478"/>
          <ac:picMkLst>
            <pc:docMk/>
            <pc:sldMk cId="3467108039" sldId="259"/>
            <ac:picMk id="13" creationId="{109F50BC-B1F5-ED29-F497-6A40F832538B}"/>
          </ac:picMkLst>
        </pc:picChg>
        <pc:picChg chg="add mod">
          <ac:chgData name="advikaa sinha" userId="5e1af9ac90065462" providerId="LiveId" clId="{093EED2F-69BA-4111-BA8F-92A64CAE8127}" dt="2026-06-24T07:24:25.316" v="148" actId="14100"/>
          <ac:picMkLst>
            <pc:docMk/>
            <pc:sldMk cId="3467108039" sldId="259"/>
            <ac:picMk id="15" creationId="{3C6DA2AC-AD99-E41F-A5D8-E5CCA9B74499}"/>
          </ac:picMkLst>
        </pc:picChg>
      </pc:sldChg>
      <pc:sldChg chg="modSp new mod">
        <pc:chgData name="advikaa sinha" userId="5e1af9ac90065462" providerId="LiveId" clId="{093EED2F-69BA-4111-BA8F-92A64CAE8127}" dt="2026-06-25T12:16:02.539" v="1447" actId="115"/>
        <pc:sldMkLst>
          <pc:docMk/>
          <pc:sldMk cId="2864751289" sldId="260"/>
        </pc:sldMkLst>
        <pc:spChg chg="mod">
          <ac:chgData name="advikaa sinha" userId="5e1af9ac90065462" providerId="LiveId" clId="{093EED2F-69BA-4111-BA8F-92A64CAE8127}" dt="2026-06-25T12:16:02.539" v="1447" actId="115"/>
          <ac:spMkLst>
            <pc:docMk/>
            <pc:sldMk cId="2864751289" sldId="260"/>
            <ac:spMk id="2" creationId="{11CD1127-5803-6717-90EC-AF208167EFE0}"/>
          </ac:spMkLst>
        </pc:spChg>
        <pc:spChg chg="mod">
          <ac:chgData name="advikaa sinha" userId="5e1af9ac90065462" providerId="LiveId" clId="{093EED2F-69BA-4111-BA8F-92A64CAE8127}" dt="2026-06-25T12:13:47.958" v="1427" actId="207"/>
          <ac:spMkLst>
            <pc:docMk/>
            <pc:sldMk cId="2864751289" sldId="260"/>
            <ac:spMk id="3" creationId="{4BF2F82F-6760-B585-9913-F7D486F93138}"/>
          </ac:spMkLst>
        </pc:spChg>
      </pc:sldChg>
      <pc:sldChg chg="addSp delSp modSp new mod">
        <pc:chgData name="advikaa sinha" userId="5e1af9ac90065462" providerId="LiveId" clId="{093EED2F-69BA-4111-BA8F-92A64CAE8127}" dt="2026-06-25T12:17:45.208" v="1458" actId="1076"/>
        <pc:sldMkLst>
          <pc:docMk/>
          <pc:sldMk cId="2233116899" sldId="261"/>
        </pc:sldMkLst>
        <pc:spChg chg="mod">
          <ac:chgData name="advikaa sinha" userId="5e1af9ac90065462" providerId="LiveId" clId="{093EED2F-69BA-4111-BA8F-92A64CAE8127}" dt="2026-06-25T12:16:25.574" v="1450" actId="115"/>
          <ac:spMkLst>
            <pc:docMk/>
            <pc:sldMk cId="2233116899" sldId="261"/>
            <ac:spMk id="2" creationId="{2F399D96-8D66-312B-B900-814002340187}"/>
          </ac:spMkLst>
        </pc:spChg>
        <pc:spChg chg="del mod">
          <ac:chgData name="advikaa sinha" userId="5e1af9ac90065462" providerId="LiveId" clId="{093EED2F-69BA-4111-BA8F-92A64CAE8127}" dt="2026-06-25T12:06:10.473" v="1337"/>
          <ac:spMkLst>
            <pc:docMk/>
            <pc:sldMk cId="2233116899" sldId="261"/>
            <ac:spMk id="3" creationId="{B5307BE0-D373-53DF-FE7A-9D2659507FB8}"/>
          </ac:spMkLst>
        </pc:spChg>
        <pc:spChg chg="add del">
          <ac:chgData name="advikaa sinha" userId="5e1af9ac90065462" providerId="LiveId" clId="{093EED2F-69BA-4111-BA8F-92A64CAE8127}" dt="2026-06-25T12:07:06.628" v="1348" actId="478"/>
          <ac:spMkLst>
            <pc:docMk/>
            <pc:sldMk cId="2233116899" sldId="261"/>
            <ac:spMk id="6" creationId="{E9FC54BF-6062-1BF0-EB5B-7BDB251F1FFD}"/>
          </ac:spMkLst>
        </pc:spChg>
        <pc:spChg chg="add mod">
          <ac:chgData name="advikaa sinha" userId="5e1af9ac90065462" providerId="LiveId" clId="{093EED2F-69BA-4111-BA8F-92A64CAE8127}" dt="2026-06-25T12:17:45.208" v="1458" actId="1076"/>
          <ac:spMkLst>
            <pc:docMk/>
            <pc:sldMk cId="2233116899" sldId="261"/>
            <ac:spMk id="8" creationId="{CFC7CEA6-C6F8-D353-6FB6-568127896E3F}"/>
          </ac:spMkLst>
        </pc:spChg>
        <pc:graphicFrameChg chg="add mod modGraphic">
          <ac:chgData name="advikaa sinha" userId="5e1af9ac90065462" providerId="LiveId" clId="{093EED2F-69BA-4111-BA8F-92A64CAE8127}" dt="2026-06-25T12:17:12.997" v="1456" actId="14100"/>
          <ac:graphicFrameMkLst>
            <pc:docMk/>
            <pc:sldMk cId="2233116899" sldId="261"/>
            <ac:graphicFrameMk id="4" creationId="{EE4FAA12-5777-5503-56F2-73703A5A9D42}"/>
          </ac:graphicFrameMkLst>
        </pc:graphicFrameChg>
      </pc:sldChg>
      <pc:sldChg chg="addSp modSp new mod">
        <pc:chgData name="advikaa sinha" userId="5e1af9ac90065462" providerId="LiveId" clId="{093EED2F-69BA-4111-BA8F-92A64CAE8127}" dt="2026-06-25T12:15:20.338" v="1440" actId="115"/>
        <pc:sldMkLst>
          <pc:docMk/>
          <pc:sldMk cId="281721103" sldId="262"/>
        </pc:sldMkLst>
        <pc:spChg chg="mod">
          <ac:chgData name="advikaa sinha" userId="5e1af9ac90065462" providerId="LiveId" clId="{093EED2F-69BA-4111-BA8F-92A64CAE8127}" dt="2026-06-25T12:15:20.338" v="1440" actId="115"/>
          <ac:spMkLst>
            <pc:docMk/>
            <pc:sldMk cId="281721103" sldId="262"/>
            <ac:spMk id="2" creationId="{36465028-46F2-C46F-364D-D6F07B669074}"/>
          </ac:spMkLst>
        </pc:spChg>
        <pc:spChg chg="add mod">
          <ac:chgData name="advikaa sinha" userId="5e1af9ac90065462" providerId="LiveId" clId="{093EED2F-69BA-4111-BA8F-92A64CAE8127}" dt="2026-06-25T12:13:58.114" v="1428" actId="207"/>
          <ac:spMkLst>
            <pc:docMk/>
            <pc:sldMk cId="281721103" sldId="262"/>
            <ac:spMk id="4" creationId="{9031C3CC-DA1A-25F6-9229-B37DF2A59D93}"/>
          </ac:spMkLst>
        </pc:spChg>
        <pc:spChg chg="add mod">
          <ac:chgData name="advikaa sinha" userId="5e1af9ac90065462" providerId="LiveId" clId="{093EED2F-69BA-4111-BA8F-92A64CAE8127}" dt="2026-06-25T12:14:03.593" v="1429" actId="207"/>
          <ac:spMkLst>
            <pc:docMk/>
            <pc:sldMk cId="281721103" sldId="262"/>
            <ac:spMk id="6" creationId="{F862D827-02A4-A033-A1BF-35928DEB4AD1}"/>
          </ac:spMkLst>
        </pc:spChg>
      </pc:sldChg>
      <pc:sldChg chg="modSp new del mod">
        <pc:chgData name="advikaa sinha" userId="5e1af9ac90065462" providerId="LiveId" clId="{093EED2F-69BA-4111-BA8F-92A64CAE8127}" dt="2026-06-24T09:57:05.797" v="327" actId="2696"/>
        <pc:sldMkLst>
          <pc:docMk/>
          <pc:sldMk cId="288565979" sldId="262"/>
        </pc:sldMkLst>
        <pc:spChg chg="mod">
          <ac:chgData name="advikaa sinha" userId="5e1af9ac90065462" providerId="LiveId" clId="{093EED2F-69BA-4111-BA8F-92A64CAE8127}" dt="2026-06-24T08:00:03.548" v="326" actId="14100"/>
          <ac:spMkLst>
            <pc:docMk/>
            <pc:sldMk cId="288565979" sldId="262"/>
            <ac:spMk id="2" creationId="{379B3F42-3253-C7E0-CE19-A70F2FCE2D67}"/>
          </ac:spMkLst>
        </pc:spChg>
      </pc:sldChg>
      <pc:sldChg chg="addSp modSp new del mod">
        <pc:chgData name="advikaa sinha" userId="5e1af9ac90065462" providerId="LiveId" clId="{093EED2F-69BA-4111-BA8F-92A64CAE8127}" dt="2026-06-24T12:20:59.236" v="337" actId="2696"/>
        <pc:sldMkLst>
          <pc:docMk/>
          <pc:sldMk cId="1015684183" sldId="262"/>
        </pc:sldMkLst>
        <pc:picChg chg="add mod">
          <ac:chgData name="advikaa sinha" userId="5e1af9ac90065462" providerId="LiveId" clId="{093EED2F-69BA-4111-BA8F-92A64CAE8127}" dt="2026-06-24T10:00:45.910" v="334" actId="1076"/>
          <ac:picMkLst>
            <pc:docMk/>
            <pc:sldMk cId="1015684183" sldId="262"/>
            <ac:picMk id="3" creationId="{4E1DCDB2-7D7F-9D81-8114-E1E29140413D}"/>
          </ac:picMkLst>
        </pc:picChg>
      </pc:sldChg>
      <pc:sldChg chg="addSp delSp modSp new del mod">
        <pc:chgData name="advikaa sinha" userId="5e1af9ac90065462" providerId="LiveId" clId="{093EED2F-69BA-4111-BA8F-92A64CAE8127}" dt="2026-06-24T13:25:06.995" v="584" actId="2696"/>
        <pc:sldMkLst>
          <pc:docMk/>
          <pc:sldMk cId="2268736810" sldId="262"/>
        </pc:sldMkLst>
        <pc:spChg chg="add del mod">
          <ac:chgData name="advikaa sinha" userId="5e1af9ac90065462" providerId="LiveId" clId="{093EED2F-69BA-4111-BA8F-92A64CAE8127}" dt="2026-06-24T13:24:50.774" v="583" actId="478"/>
          <ac:spMkLst>
            <pc:docMk/>
            <pc:sldMk cId="2268736810" sldId="262"/>
            <ac:spMk id="3" creationId="{FAA97EE4-2183-F110-D647-424823304F73}"/>
          </ac:spMkLst>
        </pc:spChg>
      </pc:sldChg>
      <pc:sldChg chg="addSp delSp modSp new mod">
        <pc:chgData name="advikaa sinha" userId="5e1af9ac90065462" providerId="LiveId" clId="{093EED2F-69BA-4111-BA8F-92A64CAE8127}" dt="2026-06-25T12:15:37.042" v="1443" actId="115"/>
        <pc:sldMkLst>
          <pc:docMk/>
          <pc:sldMk cId="1281495662" sldId="263"/>
        </pc:sldMkLst>
        <pc:spChg chg="mod">
          <ac:chgData name="advikaa sinha" userId="5e1af9ac90065462" providerId="LiveId" clId="{093EED2F-69BA-4111-BA8F-92A64CAE8127}" dt="2026-06-25T12:15:37.042" v="1443" actId="115"/>
          <ac:spMkLst>
            <pc:docMk/>
            <pc:sldMk cId="1281495662" sldId="263"/>
            <ac:spMk id="2" creationId="{FA01F3B9-6310-6355-C3C4-645E316E60D0}"/>
          </ac:spMkLst>
        </pc:spChg>
        <pc:spChg chg="del mod">
          <ac:chgData name="advikaa sinha" userId="5e1af9ac90065462" providerId="LiveId" clId="{093EED2F-69BA-4111-BA8F-92A64CAE8127}" dt="2026-06-24T13:57:13.926" v="685"/>
          <ac:spMkLst>
            <pc:docMk/>
            <pc:sldMk cId="1281495662" sldId="263"/>
            <ac:spMk id="3" creationId="{536ABA01-FAC6-5FD5-3E27-C301214FCEE4}"/>
          </ac:spMkLst>
        </pc:spChg>
        <pc:spChg chg="add del mod">
          <ac:chgData name="advikaa sinha" userId="5e1af9ac90065462" providerId="LiveId" clId="{093EED2F-69BA-4111-BA8F-92A64CAE8127}" dt="2026-06-24T14:14:51.849" v="701"/>
          <ac:spMkLst>
            <pc:docMk/>
            <pc:sldMk cId="1281495662" sldId="263"/>
            <ac:spMk id="7" creationId="{227DACA9-1C38-0F31-5195-0386792F7956}"/>
          </ac:spMkLst>
        </pc:spChg>
        <pc:picChg chg="add del mod ord">
          <ac:chgData name="advikaa sinha" userId="5e1af9ac90065462" providerId="LiveId" clId="{093EED2F-69BA-4111-BA8F-92A64CAE8127}" dt="2026-06-24T14:14:45.719" v="700" actId="478"/>
          <ac:picMkLst>
            <pc:docMk/>
            <pc:sldMk cId="1281495662" sldId="263"/>
            <ac:picMk id="5" creationId="{00A563B9-60FC-0845-5F9F-FB4A9BED497E}"/>
          </ac:picMkLst>
        </pc:picChg>
        <pc:picChg chg="add mod">
          <ac:chgData name="advikaa sinha" userId="5e1af9ac90065462" providerId="LiveId" clId="{093EED2F-69BA-4111-BA8F-92A64CAE8127}" dt="2026-06-25T10:07:23.047" v="1027" actId="14100"/>
          <ac:picMkLst>
            <pc:docMk/>
            <pc:sldMk cId="1281495662" sldId="263"/>
            <ac:picMk id="8" creationId="{16A7EE2E-6292-F90A-BC5E-E0851F7E2B6F}"/>
          </ac:picMkLst>
        </pc:picChg>
      </pc:sldChg>
      <pc:sldChg chg="new del">
        <pc:chgData name="advikaa sinha" userId="5e1af9ac90065462" providerId="LiveId" clId="{093EED2F-69BA-4111-BA8F-92A64CAE8127}" dt="2026-06-24T12:17:19.162" v="336" actId="2696"/>
        <pc:sldMkLst>
          <pc:docMk/>
          <pc:sldMk cId="3055043867" sldId="263"/>
        </pc:sldMkLst>
      </pc:sldChg>
      <pc:sldChg chg="addSp delSp modSp new mod">
        <pc:chgData name="advikaa sinha" userId="5e1af9ac90065462" providerId="LiveId" clId="{093EED2F-69BA-4111-BA8F-92A64CAE8127}" dt="2026-06-25T12:15:56.904" v="1446" actId="115"/>
        <pc:sldMkLst>
          <pc:docMk/>
          <pc:sldMk cId="3638480947" sldId="264"/>
        </pc:sldMkLst>
        <pc:spChg chg="mod">
          <ac:chgData name="advikaa sinha" userId="5e1af9ac90065462" providerId="LiveId" clId="{093EED2F-69BA-4111-BA8F-92A64CAE8127}" dt="2026-06-25T12:15:56.904" v="1446" actId="115"/>
          <ac:spMkLst>
            <pc:docMk/>
            <pc:sldMk cId="3638480947" sldId="264"/>
            <ac:spMk id="2" creationId="{99074388-BEF3-B9A1-5F11-E617E6A52851}"/>
          </ac:spMkLst>
        </pc:spChg>
        <pc:spChg chg="del mod">
          <ac:chgData name="advikaa sinha" userId="5e1af9ac90065462" providerId="LiveId" clId="{093EED2F-69BA-4111-BA8F-92A64CAE8127}" dt="2026-06-24T15:06:40.247" v="754"/>
          <ac:spMkLst>
            <pc:docMk/>
            <pc:sldMk cId="3638480947" sldId="264"/>
            <ac:spMk id="3" creationId="{E214AAD0-1909-857D-D065-5EE513E69CFE}"/>
          </ac:spMkLst>
        </pc:spChg>
        <pc:spChg chg="add mod">
          <ac:chgData name="advikaa sinha" userId="5e1af9ac90065462" providerId="LiveId" clId="{093EED2F-69BA-4111-BA8F-92A64CAE8127}" dt="2026-06-25T11:13:47.350" v="1135" actId="27636"/>
          <ac:spMkLst>
            <pc:docMk/>
            <pc:sldMk cId="3638480947" sldId="264"/>
            <ac:spMk id="4" creationId="{29D2F28C-C8ED-F9A5-67E6-BFF697222166}"/>
          </ac:spMkLst>
        </pc:spChg>
        <pc:spChg chg="add del mod">
          <ac:chgData name="advikaa sinha" userId="5e1af9ac90065462" providerId="LiveId" clId="{093EED2F-69BA-4111-BA8F-92A64CAE8127}" dt="2026-06-24T15:10:20.040" v="758"/>
          <ac:spMkLst>
            <pc:docMk/>
            <pc:sldMk cId="3638480947" sldId="264"/>
            <ac:spMk id="6" creationId="{B6E89D44-CD55-0EAB-E56F-ED7F5449E9F6}"/>
          </ac:spMkLst>
        </pc:spChg>
        <pc:spChg chg="add del mod">
          <ac:chgData name="advikaa sinha" userId="5e1af9ac90065462" providerId="LiveId" clId="{093EED2F-69BA-4111-BA8F-92A64CAE8127}" dt="2026-06-24T15:19:09.249" v="764"/>
          <ac:spMkLst>
            <pc:docMk/>
            <pc:sldMk cId="3638480947" sldId="264"/>
            <ac:spMk id="9" creationId="{20A27BD0-930D-2E29-1086-60F2501AD004}"/>
          </ac:spMkLst>
        </pc:spChg>
        <pc:graphicFrameChg chg="add del mod">
          <ac:chgData name="advikaa sinha" userId="5e1af9ac90065462" providerId="LiveId" clId="{093EED2F-69BA-4111-BA8F-92A64CAE8127}" dt="2026-06-24T15:06:48.904" v="755" actId="478"/>
          <ac:graphicFrameMkLst>
            <pc:docMk/>
            <pc:sldMk cId="3638480947" sldId="264"/>
            <ac:graphicFrameMk id="4" creationId="{2062A8D4-E7C4-E430-3F6C-A9522B042609}"/>
          </ac:graphicFrameMkLst>
        </pc:graphicFrameChg>
        <pc:graphicFrameChg chg="add del mod">
          <ac:chgData name="advikaa sinha" userId="5e1af9ac90065462" providerId="LiveId" clId="{093EED2F-69BA-4111-BA8F-92A64CAE8127}" dt="2026-06-24T15:10:28.784" v="760" actId="478"/>
          <ac:graphicFrameMkLst>
            <pc:docMk/>
            <pc:sldMk cId="3638480947" sldId="264"/>
            <ac:graphicFrameMk id="7" creationId="{2503B32F-398E-C6EB-9588-B289BE081D3A}"/>
          </ac:graphicFrameMkLst>
        </pc:graphicFrameChg>
        <pc:picChg chg="add del mod ord">
          <ac:chgData name="advikaa sinha" userId="5e1af9ac90065462" providerId="LiveId" clId="{093EED2F-69BA-4111-BA8F-92A64CAE8127}" dt="2026-06-25T10:08:33.492" v="1029" actId="21"/>
          <ac:picMkLst>
            <pc:docMk/>
            <pc:sldMk cId="3638480947" sldId="264"/>
            <ac:picMk id="11" creationId="{9BEC33B8-8FEC-B0BF-CA40-EEC8143B5111}"/>
          </ac:picMkLst>
        </pc:picChg>
        <pc:picChg chg="add del mod">
          <ac:chgData name="advikaa sinha" userId="5e1af9ac90065462" providerId="LiveId" clId="{093EED2F-69BA-4111-BA8F-92A64CAE8127}" dt="2026-06-25T10:09:02.833" v="1031" actId="21"/>
          <ac:picMkLst>
            <pc:docMk/>
            <pc:sldMk cId="3638480947" sldId="264"/>
            <ac:picMk id="13" creationId="{0C1E8027-306F-5BCF-CA03-7A050B80BE2F}"/>
          </ac:picMkLst>
        </pc:picChg>
        <pc:picChg chg="add del mod">
          <ac:chgData name="advikaa sinha" userId="5e1af9ac90065462" providerId="LiveId" clId="{093EED2F-69BA-4111-BA8F-92A64CAE8127}" dt="2026-06-25T10:09:16.353" v="1033" actId="21"/>
          <ac:picMkLst>
            <pc:docMk/>
            <pc:sldMk cId="3638480947" sldId="264"/>
            <ac:picMk id="15" creationId="{074B371B-EFA6-5D83-2EE7-614BB6FFF508}"/>
          </ac:picMkLst>
        </pc:picChg>
      </pc:sldChg>
      <pc:sldChg chg="addSp delSp modSp new mod">
        <pc:chgData name="advikaa sinha" userId="5e1af9ac90065462" providerId="LiveId" clId="{093EED2F-69BA-4111-BA8F-92A64CAE8127}" dt="2026-06-25T12:15:51.510" v="1445" actId="115"/>
        <pc:sldMkLst>
          <pc:docMk/>
          <pc:sldMk cId="3376420747" sldId="265"/>
        </pc:sldMkLst>
        <pc:spChg chg="mod">
          <ac:chgData name="advikaa sinha" userId="5e1af9ac90065462" providerId="LiveId" clId="{093EED2F-69BA-4111-BA8F-92A64CAE8127}" dt="2026-06-25T12:15:51.510" v="1445" actId="115"/>
          <ac:spMkLst>
            <pc:docMk/>
            <pc:sldMk cId="3376420747" sldId="265"/>
            <ac:spMk id="2" creationId="{5BC4C45C-F2DF-9ED3-7EA4-7D6CA16D6385}"/>
          </ac:spMkLst>
        </pc:spChg>
        <pc:spChg chg="del mod">
          <ac:chgData name="advikaa sinha" userId="5e1af9ac90065462" providerId="LiveId" clId="{093EED2F-69BA-4111-BA8F-92A64CAE8127}" dt="2026-06-25T09:54:00.273" v="998"/>
          <ac:spMkLst>
            <pc:docMk/>
            <pc:sldMk cId="3376420747" sldId="265"/>
            <ac:spMk id="3" creationId="{1C926F2E-F674-D1F8-2E4D-BF2AABD408CD}"/>
          </ac:spMkLst>
        </pc:spChg>
        <pc:spChg chg="add del mod">
          <ac:chgData name="advikaa sinha" userId="5e1af9ac90065462" providerId="LiveId" clId="{093EED2F-69BA-4111-BA8F-92A64CAE8127}" dt="2026-06-25T10:19:40.411" v="1070"/>
          <ac:spMkLst>
            <pc:docMk/>
            <pc:sldMk cId="3376420747" sldId="265"/>
            <ac:spMk id="9" creationId="{BEAD7FE1-5EAB-5277-DC03-513836CD9C8C}"/>
          </ac:spMkLst>
        </pc:spChg>
        <pc:spChg chg="add del mod">
          <ac:chgData name="advikaa sinha" userId="5e1af9ac90065462" providerId="LiveId" clId="{093EED2F-69BA-4111-BA8F-92A64CAE8127}" dt="2026-06-25T10:19:53.977" v="1073"/>
          <ac:spMkLst>
            <pc:docMk/>
            <pc:sldMk cId="3376420747" sldId="265"/>
            <ac:spMk id="12" creationId="{0C7FA918-F83A-C615-AFCB-E54B3396D735}"/>
          </ac:spMkLst>
        </pc:spChg>
        <pc:spChg chg="add del mod">
          <ac:chgData name="advikaa sinha" userId="5e1af9ac90065462" providerId="LiveId" clId="{093EED2F-69BA-4111-BA8F-92A64CAE8127}" dt="2026-06-25T10:20:12.071" v="1075"/>
          <ac:spMkLst>
            <pc:docMk/>
            <pc:sldMk cId="3376420747" sldId="265"/>
            <ac:spMk id="15" creationId="{A2EB4FB9-28AD-AEB3-9431-F44818B3F11B}"/>
          </ac:spMkLst>
        </pc:spChg>
        <pc:picChg chg="add del mod ord">
          <ac:chgData name="advikaa sinha" userId="5e1af9ac90065462" providerId="LiveId" clId="{093EED2F-69BA-4111-BA8F-92A64CAE8127}" dt="2026-06-25T10:19:37.531" v="1069" actId="21"/>
          <ac:picMkLst>
            <pc:docMk/>
            <pc:sldMk cId="3376420747" sldId="265"/>
            <ac:picMk id="5" creationId="{AB03B331-10F5-D33A-2B68-0BA32AF45AF1}"/>
          </ac:picMkLst>
        </pc:picChg>
        <pc:picChg chg="add mod">
          <ac:chgData name="advikaa sinha" userId="5e1af9ac90065462" providerId="LiveId" clId="{093EED2F-69BA-4111-BA8F-92A64CAE8127}" dt="2026-06-25T10:25:00.012" v="1111" actId="14100"/>
          <ac:picMkLst>
            <pc:docMk/>
            <pc:sldMk cId="3376420747" sldId="265"/>
            <ac:picMk id="7" creationId="{7A465AA7-B19E-12C4-1B26-3844DB2C8090}"/>
          </ac:picMkLst>
        </pc:picChg>
        <pc:picChg chg="add del mod">
          <ac:chgData name="advikaa sinha" userId="5e1af9ac90065462" providerId="LiveId" clId="{093EED2F-69BA-4111-BA8F-92A64CAE8127}" dt="2026-06-25T10:19:48.607" v="1072" actId="478"/>
          <ac:picMkLst>
            <pc:docMk/>
            <pc:sldMk cId="3376420747" sldId="265"/>
            <ac:picMk id="10" creationId="{4700C101-345D-5A4C-B496-EE511BF1E03F}"/>
          </ac:picMkLst>
        </pc:picChg>
        <pc:picChg chg="add del mod">
          <ac:chgData name="advikaa sinha" userId="5e1af9ac90065462" providerId="LiveId" clId="{093EED2F-69BA-4111-BA8F-92A64CAE8127}" dt="2026-06-25T10:20:00.937" v="1074" actId="478"/>
          <ac:picMkLst>
            <pc:docMk/>
            <pc:sldMk cId="3376420747" sldId="265"/>
            <ac:picMk id="13" creationId="{02239BD0-8700-333C-BBE5-FD9573A9A8C9}"/>
          </ac:picMkLst>
        </pc:picChg>
        <pc:picChg chg="add mod">
          <ac:chgData name="advikaa sinha" userId="5e1af9ac90065462" providerId="LiveId" clId="{093EED2F-69BA-4111-BA8F-92A64CAE8127}" dt="2026-06-25T10:24:44.544" v="1107" actId="14100"/>
          <ac:picMkLst>
            <pc:docMk/>
            <pc:sldMk cId="3376420747" sldId="265"/>
            <ac:picMk id="16" creationId="{C966568A-CD8E-2AEE-5D26-77FD01A6DC39}"/>
          </ac:picMkLst>
        </pc:picChg>
      </pc:sldChg>
      <pc:sldChg chg="addSp modSp new mod">
        <pc:chgData name="advikaa sinha" userId="5e1af9ac90065462" providerId="LiveId" clId="{093EED2F-69BA-4111-BA8F-92A64CAE8127}" dt="2026-06-25T11:01:49.581" v="1129" actId="14100"/>
        <pc:sldMkLst>
          <pc:docMk/>
          <pc:sldMk cId="2548584272" sldId="266"/>
        </pc:sldMkLst>
        <pc:spChg chg="add mod">
          <ac:chgData name="advikaa sinha" userId="5e1af9ac90065462" providerId="LiveId" clId="{093EED2F-69BA-4111-BA8F-92A64CAE8127}" dt="2026-06-25T11:00:41.338" v="1122" actId="14100"/>
          <ac:spMkLst>
            <pc:docMk/>
            <pc:sldMk cId="2548584272" sldId="266"/>
            <ac:spMk id="6" creationId="{0C4AA8FA-8013-C8FF-78B2-296D3967AC28}"/>
          </ac:spMkLst>
        </pc:spChg>
        <pc:spChg chg="add mod">
          <ac:chgData name="advikaa sinha" userId="5e1af9ac90065462" providerId="LiveId" clId="{093EED2F-69BA-4111-BA8F-92A64CAE8127}" dt="2026-06-25T11:01:21.125" v="1125" actId="14100"/>
          <ac:spMkLst>
            <pc:docMk/>
            <pc:sldMk cId="2548584272" sldId="266"/>
            <ac:spMk id="8" creationId="{8C968688-D1B7-B50F-FA3F-429B134D5B23}"/>
          </ac:spMkLst>
        </pc:spChg>
        <pc:spChg chg="add mod">
          <ac:chgData name="advikaa sinha" userId="5e1af9ac90065462" providerId="LiveId" clId="{093EED2F-69BA-4111-BA8F-92A64CAE8127}" dt="2026-06-25T11:01:49.581" v="1129" actId="14100"/>
          <ac:spMkLst>
            <pc:docMk/>
            <pc:sldMk cId="2548584272" sldId="266"/>
            <ac:spMk id="10" creationId="{077EAFF7-ACB0-E14F-040A-98BAE97FC076}"/>
          </ac:spMkLst>
        </pc:spChg>
        <pc:picChg chg="add mod">
          <ac:chgData name="advikaa sinha" userId="5e1af9ac90065462" providerId="LiveId" clId="{093EED2F-69BA-4111-BA8F-92A64CAE8127}" dt="2026-06-25T10:12:34.173" v="1062" actId="14100"/>
          <ac:picMkLst>
            <pc:docMk/>
            <pc:sldMk cId="2548584272" sldId="266"/>
            <ac:picMk id="2" creationId="{1F7CA6B6-3323-D2B1-4464-C589202A5E8C}"/>
          </ac:picMkLst>
        </pc:picChg>
        <pc:picChg chg="add mod">
          <ac:chgData name="advikaa sinha" userId="5e1af9ac90065462" providerId="LiveId" clId="{093EED2F-69BA-4111-BA8F-92A64CAE8127}" dt="2026-06-25T10:12:55.154" v="1068" actId="14100"/>
          <ac:picMkLst>
            <pc:docMk/>
            <pc:sldMk cId="2548584272" sldId="266"/>
            <ac:picMk id="3" creationId="{49599D7F-E102-8B52-4AD5-78E199218121}"/>
          </ac:picMkLst>
        </pc:picChg>
        <pc:picChg chg="add mod">
          <ac:chgData name="advikaa sinha" userId="5e1af9ac90065462" providerId="LiveId" clId="{093EED2F-69BA-4111-BA8F-92A64CAE8127}" dt="2026-06-25T10:12:47.911" v="1067" actId="14100"/>
          <ac:picMkLst>
            <pc:docMk/>
            <pc:sldMk cId="2548584272" sldId="266"/>
            <ac:picMk id="4" creationId="{80A405E4-3832-3BE5-A3E1-0364415A7F01}"/>
          </ac:picMkLst>
        </pc:picChg>
      </pc:sldChg>
      <pc:sldChg chg="addSp delSp modSp new mod">
        <pc:chgData name="advikaa sinha" userId="5e1af9ac90065462" providerId="LiveId" clId="{093EED2F-69BA-4111-BA8F-92A64CAE8127}" dt="2026-06-25T12:15:44.229" v="1444" actId="115"/>
        <pc:sldMkLst>
          <pc:docMk/>
          <pc:sldMk cId="4053872556" sldId="267"/>
        </pc:sldMkLst>
        <pc:spChg chg="mod">
          <ac:chgData name="advikaa sinha" userId="5e1af9ac90065462" providerId="LiveId" clId="{093EED2F-69BA-4111-BA8F-92A64CAE8127}" dt="2026-06-25T12:15:44.229" v="1444" actId="115"/>
          <ac:spMkLst>
            <pc:docMk/>
            <pc:sldMk cId="4053872556" sldId="267"/>
            <ac:spMk id="2" creationId="{703FF4A9-98B6-1AB2-FF7F-3C3C5DDA4A17}"/>
          </ac:spMkLst>
        </pc:spChg>
        <pc:spChg chg="del mod">
          <ac:chgData name="advikaa sinha" userId="5e1af9ac90065462" providerId="LiveId" clId="{093EED2F-69BA-4111-BA8F-92A64CAE8127}" dt="2026-06-25T11:22:07.844" v="1182"/>
          <ac:spMkLst>
            <pc:docMk/>
            <pc:sldMk cId="4053872556" sldId="267"/>
            <ac:spMk id="3" creationId="{76726687-650D-C363-A266-56C6303B7964}"/>
          </ac:spMkLst>
        </pc:spChg>
        <pc:spChg chg="add mod">
          <ac:chgData name="advikaa sinha" userId="5e1af9ac90065462" providerId="LiveId" clId="{093EED2F-69BA-4111-BA8F-92A64CAE8127}" dt="2026-06-25T12:12:07.695" v="1419" actId="207"/>
          <ac:spMkLst>
            <pc:docMk/>
            <pc:sldMk cId="4053872556" sldId="267"/>
            <ac:spMk id="6" creationId="{BD70CD31-2468-F184-3818-2CEFC8EFAFFC}"/>
          </ac:spMkLst>
        </pc:spChg>
        <pc:picChg chg="add del mod">
          <ac:chgData name="advikaa sinha" userId="5e1af9ac90065462" providerId="LiveId" clId="{093EED2F-69BA-4111-BA8F-92A64CAE8127}" dt="2026-06-25T11:32:17.864" v="1236" actId="21"/>
          <ac:picMkLst>
            <pc:docMk/>
            <pc:sldMk cId="4053872556" sldId="267"/>
            <ac:picMk id="4" creationId="{9D102D2F-79CD-A128-40AE-B4D89AD10622}"/>
          </ac:picMkLst>
        </pc:picChg>
      </pc:sldChg>
      <pc:sldChg chg="addSp modSp new mod">
        <pc:chgData name="advikaa sinha" userId="5e1af9ac90065462" providerId="LiveId" clId="{093EED2F-69BA-4111-BA8F-92A64CAE8127}" dt="2026-06-25T11:32:24.343" v="1238" actId="14100"/>
        <pc:sldMkLst>
          <pc:docMk/>
          <pc:sldMk cId="3837239727" sldId="268"/>
        </pc:sldMkLst>
        <pc:picChg chg="add mod">
          <ac:chgData name="advikaa sinha" userId="5e1af9ac90065462" providerId="LiveId" clId="{093EED2F-69BA-4111-BA8F-92A64CAE8127}" dt="2026-06-25T11:32:24.343" v="1238" actId="14100"/>
          <ac:picMkLst>
            <pc:docMk/>
            <pc:sldMk cId="3837239727" sldId="268"/>
            <ac:picMk id="2" creationId="{D1CDA1B7-435A-9857-3DA2-1A7C97C1EC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D2255B-1065-434C-8C8E-952ABE1F1959}"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9E41F-724E-4A04-A429-570F102DEBEF}" type="slidenum">
              <a:rPr lang="en-IN" smtClean="0"/>
              <a:t>‹#›</a:t>
            </a:fld>
            <a:endParaRPr lang="en-IN"/>
          </a:p>
        </p:txBody>
      </p:sp>
    </p:spTree>
    <p:extLst>
      <p:ext uri="{BB962C8B-B14F-4D97-AF65-F5344CB8AC3E}">
        <p14:creationId xmlns:p14="http://schemas.microsoft.com/office/powerpoint/2010/main" val="3977612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9E41F-724E-4A04-A429-570F102DEBEF}" type="slidenum">
              <a:rPr lang="en-IN" smtClean="0"/>
              <a:t>3</a:t>
            </a:fld>
            <a:endParaRPr lang="en-IN"/>
          </a:p>
        </p:txBody>
      </p:sp>
    </p:spTree>
    <p:extLst>
      <p:ext uri="{BB962C8B-B14F-4D97-AF65-F5344CB8AC3E}">
        <p14:creationId xmlns:p14="http://schemas.microsoft.com/office/powerpoint/2010/main" val="3286584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3B2E0-77DC-B7DC-B1C0-61F354B78F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BA86C5-DEB1-3DCF-D9BB-FFA4A82F8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171368-0D90-EA9D-203E-1221C1F3C4F2}"/>
              </a:ext>
            </a:extLst>
          </p:cNvPr>
          <p:cNvSpPr>
            <a:spLocks noGrp="1"/>
          </p:cNvSpPr>
          <p:nvPr>
            <p:ph type="dt" sz="half" idx="10"/>
          </p:nvPr>
        </p:nvSpPr>
        <p:spPr/>
        <p:txBody>
          <a:bodyPr/>
          <a:lstStyle/>
          <a:p>
            <a:fld id="{6444479B-705B-4489-957E-7E8A228BDFA0}" type="datetime1">
              <a:rPr lang="en-US" smtClean="0"/>
              <a:t>6/25/2026</a:t>
            </a:fld>
            <a:endParaRPr lang="en-US"/>
          </a:p>
        </p:txBody>
      </p:sp>
      <p:sp>
        <p:nvSpPr>
          <p:cNvPr id="5" name="Footer Placeholder 4">
            <a:extLst>
              <a:ext uri="{FF2B5EF4-FFF2-40B4-BE49-F238E27FC236}">
                <a16:creationId xmlns:a16="http://schemas.microsoft.com/office/drawing/2014/main" id="{8C1BF9BA-7C4D-9514-71F5-9DFDAF6548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B856D0-B9D4-DBAB-373C-55FF487035F2}"/>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1546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35E7-B50E-24D3-880B-8A04A5C79A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CA7660-23DF-881D-9067-49092E7666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953CFE-1B64-4FE3-6DF2-8B2B3591A1F6}"/>
              </a:ext>
            </a:extLst>
          </p:cNvPr>
          <p:cNvSpPr>
            <a:spLocks noGrp="1"/>
          </p:cNvSpPr>
          <p:nvPr>
            <p:ph type="dt" sz="half" idx="10"/>
          </p:nvPr>
        </p:nvSpPr>
        <p:spPr/>
        <p:txBody>
          <a:bodyPr/>
          <a:lstStyle/>
          <a:p>
            <a:fld id="{9F89F774-3FA6-43B8-9241-99959C8FD463}" type="datetime1">
              <a:rPr lang="en-US" smtClean="0"/>
              <a:t>6/25/2026</a:t>
            </a:fld>
            <a:endParaRPr lang="en-US"/>
          </a:p>
        </p:txBody>
      </p:sp>
      <p:sp>
        <p:nvSpPr>
          <p:cNvPr id="5" name="Footer Placeholder 4">
            <a:extLst>
              <a:ext uri="{FF2B5EF4-FFF2-40B4-BE49-F238E27FC236}">
                <a16:creationId xmlns:a16="http://schemas.microsoft.com/office/drawing/2014/main" id="{F8890D5D-99CA-049D-D704-12917C1AEC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2D4B07F-E7F7-80A2-CBA7-6BD945F0BB5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210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98DB1-AE71-A785-71D7-C1F2D3E851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3894DA-5913-FF6F-75C4-781E52BBC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C2957E-10FC-361B-3062-BF8D9925BBDF}"/>
              </a:ext>
            </a:extLst>
          </p:cNvPr>
          <p:cNvSpPr>
            <a:spLocks noGrp="1"/>
          </p:cNvSpPr>
          <p:nvPr>
            <p:ph type="dt" sz="half" idx="10"/>
          </p:nvPr>
        </p:nvSpPr>
        <p:spPr/>
        <p:txBody>
          <a:bodyPr/>
          <a:lstStyle/>
          <a:p>
            <a:fld id="{F9504452-5DCC-4FE2-A5C9-8A5EF6714D65}" type="datetime1">
              <a:rPr lang="en-US" smtClean="0"/>
              <a:t>6/25/2026</a:t>
            </a:fld>
            <a:endParaRPr lang="en-US"/>
          </a:p>
        </p:txBody>
      </p:sp>
      <p:sp>
        <p:nvSpPr>
          <p:cNvPr id="5" name="Footer Placeholder 4">
            <a:extLst>
              <a:ext uri="{FF2B5EF4-FFF2-40B4-BE49-F238E27FC236}">
                <a16:creationId xmlns:a16="http://schemas.microsoft.com/office/drawing/2014/main" id="{06FE5B3A-44B5-AAA8-FA27-9FD9D0860FE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626E2F-7220-C1A5-C7B6-C19A3B4F3B3D}"/>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21773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DA44-7E8D-9388-4B6C-2B579A64C3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4415C0-BE89-B3E6-5B09-727D95D77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D81187-354E-4C60-A90C-B476BA60E6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7E2073-47E3-0476-FC60-2EE72742CA80}"/>
              </a:ext>
            </a:extLst>
          </p:cNvPr>
          <p:cNvSpPr>
            <a:spLocks noGrp="1"/>
          </p:cNvSpPr>
          <p:nvPr>
            <p:ph type="dt" sz="half" idx="10"/>
          </p:nvPr>
        </p:nvSpPr>
        <p:spPr/>
        <p:txBody>
          <a:bodyPr/>
          <a:lstStyle/>
          <a:p>
            <a:fld id="{E579ABC2-0180-4F3A-A895-A85BC724D472}" type="datetime1">
              <a:rPr lang="en-US" smtClean="0"/>
              <a:t>6/25/2026</a:t>
            </a:fld>
            <a:endParaRPr lang="en-US"/>
          </a:p>
        </p:txBody>
      </p:sp>
      <p:sp>
        <p:nvSpPr>
          <p:cNvPr id="6" name="Footer Placeholder 5">
            <a:extLst>
              <a:ext uri="{FF2B5EF4-FFF2-40B4-BE49-F238E27FC236}">
                <a16:creationId xmlns:a16="http://schemas.microsoft.com/office/drawing/2014/main" id="{4F57179F-B567-7418-FAA4-E10CC464A58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C736599-33E1-0473-2794-8F05C5525AA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79875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6878-3CFF-5323-CD78-FDB4736014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8FFE1E-AF06-7116-9395-6990E34FA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5C551-CE9E-4335-E84B-65064CC8B5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2E5E63-DD2D-61A9-D9CD-D20B79870E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755E2B-2CEE-9E75-B957-240EFB3D4B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61F7B2-A3BC-2290-CA5C-47C24279FBDC}"/>
              </a:ext>
            </a:extLst>
          </p:cNvPr>
          <p:cNvSpPr>
            <a:spLocks noGrp="1"/>
          </p:cNvSpPr>
          <p:nvPr>
            <p:ph type="dt" sz="half" idx="10"/>
          </p:nvPr>
        </p:nvSpPr>
        <p:spPr/>
        <p:txBody>
          <a:bodyPr/>
          <a:lstStyle/>
          <a:p>
            <a:fld id="{6AEEA9BA-4E8F-439E-BEA4-91FBA01E3F5F}" type="datetime1">
              <a:rPr lang="en-US" smtClean="0"/>
              <a:t>6/25/2026</a:t>
            </a:fld>
            <a:endParaRPr lang="en-US"/>
          </a:p>
        </p:txBody>
      </p:sp>
      <p:sp>
        <p:nvSpPr>
          <p:cNvPr id="8" name="Footer Placeholder 7">
            <a:extLst>
              <a:ext uri="{FF2B5EF4-FFF2-40B4-BE49-F238E27FC236}">
                <a16:creationId xmlns:a16="http://schemas.microsoft.com/office/drawing/2014/main" id="{58741E55-0EC8-1BAC-5B83-68595021025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6E751F2-513E-F784-E5E9-6D69D3465CE0}"/>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91428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9371-6C01-4FE3-0D81-2C644BB086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CD4D5B-6D52-96B0-0388-65A8F46BB515}"/>
              </a:ext>
            </a:extLst>
          </p:cNvPr>
          <p:cNvSpPr>
            <a:spLocks noGrp="1"/>
          </p:cNvSpPr>
          <p:nvPr>
            <p:ph type="dt" sz="half" idx="10"/>
          </p:nvPr>
        </p:nvSpPr>
        <p:spPr/>
        <p:txBody>
          <a:bodyPr/>
          <a:lstStyle/>
          <a:p>
            <a:fld id="{BE15BF18-0007-481C-AA29-413124BC3EE7}" type="datetime1">
              <a:rPr lang="en-US" smtClean="0"/>
              <a:t>6/25/2026</a:t>
            </a:fld>
            <a:endParaRPr lang="en-US"/>
          </a:p>
        </p:txBody>
      </p:sp>
      <p:sp>
        <p:nvSpPr>
          <p:cNvPr id="4" name="Footer Placeholder 3">
            <a:extLst>
              <a:ext uri="{FF2B5EF4-FFF2-40B4-BE49-F238E27FC236}">
                <a16:creationId xmlns:a16="http://schemas.microsoft.com/office/drawing/2014/main" id="{7BF36118-A8D2-A23B-7C5F-179E0730ECC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FD91553-0187-3E84-93CC-E3C9F0DB94C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27095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911F2-4755-7AB1-2778-04677B0422B8}"/>
              </a:ext>
            </a:extLst>
          </p:cNvPr>
          <p:cNvSpPr>
            <a:spLocks noGrp="1"/>
          </p:cNvSpPr>
          <p:nvPr>
            <p:ph type="dt" sz="half" idx="10"/>
          </p:nvPr>
        </p:nvSpPr>
        <p:spPr/>
        <p:txBody>
          <a:bodyPr/>
          <a:lstStyle/>
          <a:p>
            <a:fld id="{09BE9870-3748-43AD-B547-02A075CB4A1D}" type="datetime1">
              <a:rPr lang="en-US" smtClean="0"/>
              <a:t>6/25/2026</a:t>
            </a:fld>
            <a:endParaRPr lang="en-US"/>
          </a:p>
        </p:txBody>
      </p:sp>
      <p:sp>
        <p:nvSpPr>
          <p:cNvPr id="3" name="Footer Placeholder 2">
            <a:extLst>
              <a:ext uri="{FF2B5EF4-FFF2-40B4-BE49-F238E27FC236}">
                <a16:creationId xmlns:a16="http://schemas.microsoft.com/office/drawing/2014/main" id="{1108EE6E-A9FB-BA6F-D471-8488B5F3C83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C2B317B-A090-3DBB-0A18-A00B6EE8EBD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37753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D36D-0EE1-5EAC-9271-101DA25525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FBEAB0-E13C-D395-02C1-7D31744C4E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6D734F-A8D8-79CB-BFCD-C77394CAE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CE09C4-9588-36C6-5496-98BEAC52138E}"/>
              </a:ext>
            </a:extLst>
          </p:cNvPr>
          <p:cNvSpPr>
            <a:spLocks noGrp="1"/>
          </p:cNvSpPr>
          <p:nvPr>
            <p:ph type="dt" sz="half" idx="10"/>
          </p:nvPr>
        </p:nvSpPr>
        <p:spPr/>
        <p:txBody>
          <a:bodyPr/>
          <a:lstStyle/>
          <a:p>
            <a:fld id="{558E7897-33C5-4F1A-9307-D068E37F3DC7}" type="datetime1">
              <a:rPr lang="en-US" smtClean="0"/>
              <a:t>6/25/2026</a:t>
            </a:fld>
            <a:endParaRPr lang="en-US"/>
          </a:p>
        </p:txBody>
      </p:sp>
      <p:sp>
        <p:nvSpPr>
          <p:cNvPr id="6" name="Footer Placeholder 5">
            <a:extLst>
              <a:ext uri="{FF2B5EF4-FFF2-40B4-BE49-F238E27FC236}">
                <a16:creationId xmlns:a16="http://schemas.microsoft.com/office/drawing/2014/main" id="{A345FA57-E919-4F0A-DD8E-404E51E6DB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9B3880A-6C60-F0CD-7C9C-B9E1FF5962C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9770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A103-F0C8-1627-3CE6-E03091BF8C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A1A722-9F23-4F71-50FB-AEA4C24D2E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CAB0C46-47E9-0A55-FC50-86E622D843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997D2-8542-6701-8995-DEA07E378976}"/>
              </a:ext>
            </a:extLst>
          </p:cNvPr>
          <p:cNvSpPr>
            <a:spLocks noGrp="1"/>
          </p:cNvSpPr>
          <p:nvPr>
            <p:ph type="dt" sz="half" idx="10"/>
          </p:nvPr>
        </p:nvSpPr>
        <p:spPr/>
        <p:txBody>
          <a:bodyPr/>
          <a:lstStyle/>
          <a:p>
            <a:fld id="{82E171BA-CC09-47C8-A6DF-F5C5CB59CEEC}" type="datetime1">
              <a:rPr lang="en-US" smtClean="0"/>
              <a:t>6/25/2026</a:t>
            </a:fld>
            <a:endParaRPr lang="en-US"/>
          </a:p>
        </p:txBody>
      </p:sp>
      <p:sp>
        <p:nvSpPr>
          <p:cNvPr id="6" name="Footer Placeholder 5">
            <a:extLst>
              <a:ext uri="{FF2B5EF4-FFF2-40B4-BE49-F238E27FC236}">
                <a16:creationId xmlns:a16="http://schemas.microsoft.com/office/drawing/2014/main" id="{4FE2A69A-FEA8-1E99-3D53-8BD09D1B56C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43672F9-0F2F-B004-EEF2-44D189D46CC2}"/>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2471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BAC5-AC6F-7520-8164-FECD5C9476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A4A48A-221E-F19F-D6F7-4FEE25D9C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23806-32BB-1F13-362E-A1CBCD8CF9ED}"/>
              </a:ext>
            </a:extLst>
          </p:cNvPr>
          <p:cNvSpPr>
            <a:spLocks noGrp="1"/>
          </p:cNvSpPr>
          <p:nvPr>
            <p:ph type="dt" sz="half" idx="10"/>
          </p:nvPr>
        </p:nvSpPr>
        <p:spPr/>
        <p:txBody>
          <a:bodyPr/>
          <a:lstStyle/>
          <a:p>
            <a:fld id="{C07B66AD-7C08-490A-ADA4-B47E10FB2407}" type="datetime1">
              <a:rPr lang="en-US" smtClean="0"/>
              <a:t>6/25/2026</a:t>
            </a:fld>
            <a:endParaRPr lang="en-US"/>
          </a:p>
        </p:txBody>
      </p:sp>
      <p:sp>
        <p:nvSpPr>
          <p:cNvPr id="5" name="Footer Placeholder 4">
            <a:extLst>
              <a:ext uri="{FF2B5EF4-FFF2-40B4-BE49-F238E27FC236}">
                <a16:creationId xmlns:a16="http://schemas.microsoft.com/office/drawing/2014/main" id="{DDFED9FF-CF2C-9CEF-7F9D-361D4C1321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3BE3FE-FBB7-225D-01DD-B68585A2F1F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02310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B66B90-90F7-CB2B-3E4B-93364246D9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BDAEA0-6968-90B3-B590-D827E9709A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E1645D-2C81-8577-2865-211ADFF7AA37}"/>
              </a:ext>
            </a:extLst>
          </p:cNvPr>
          <p:cNvSpPr>
            <a:spLocks noGrp="1"/>
          </p:cNvSpPr>
          <p:nvPr>
            <p:ph type="dt" sz="half" idx="10"/>
          </p:nvPr>
        </p:nvSpPr>
        <p:spPr/>
        <p:txBody>
          <a:bodyPr/>
          <a:lstStyle/>
          <a:p>
            <a:fld id="{05B95027-4255-49E7-9841-CD21BCC99996}" type="datetime1">
              <a:rPr lang="en-US" smtClean="0"/>
              <a:t>6/25/2026</a:t>
            </a:fld>
            <a:endParaRPr lang="en-US"/>
          </a:p>
        </p:txBody>
      </p:sp>
      <p:sp>
        <p:nvSpPr>
          <p:cNvPr id="5" name="Footer Placeholder 4">
            <a:extLst>
              <a:ext uri="{FF2B5EF4-FFF2-40B4-BE49-F238E27FC236}">
                <a16:creationId xmlns:a16="http://schemas.microsoft.com/office/drawing/2014/main" id="{5278A3AE-E0CD-8033-5E00-EC7856AE2A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8143B8-B88F-A6C9-5D55-1D3F0EB25905}"/>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00930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F1A193-515A-8CF1-3B1D-2A014554DD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DB360D-B82B-EDAE-24B9-C5E78B3A14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BE9F6C-8C49-C1E6-8C71-349D0C4642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A38F49-B3E2-4BF0-BEC7-C30D34ABBB8D}" type="datetime1">
              <a:rPr lang="en-US" smtClean="0"/>
              <a:t>6/25/2026</a:t>
            </a:fld>
            <a:endParaRPr lang="en-US"/>
          </a:p>
        </p:txBody>
      </p:sp>
      <p:sp>
        <p:nvSpPr>
          <p:cNvPr id="5" name="Footer Placeholder 4">
            <a:extLst>
              <a:ext uri="{FF2B5EF4-FFF2-40B4-BE49-F238E27FC236}">
                <a16:creationId xmlns:a16="http://schemas.microsoft.com/office/drawing/2014/main" id="{98B9D8C9-84C3-8E0E-E394-99E509ADA8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8CDBA1C-522E-4B6E-AEEB-12497D1129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1761617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373971-DED3-7C39-D1E9-CFB1EDBD9F92}"/>
              </a:ext>
            </a:extLst>
          </p:cNvPr>
          <p:cNvPicPr>
            <a:picLocks noChangeAspect="1"/>
          </p:cNvPicPr>
          <p:nvPr/>
        </p:nvPicPr>
        <p:blipFill>
          <a:blip r:embed="rId2"/>
          <a:srcRect t="5858"/>
          <a:stretch>
            <a:fillRect/>
          </a:stretch>
        </p:blipFill>
        <p:spPr>
          <a:xfrm>
            <a:off x="0" y="10"/>
            <a:ext cx="12192000" cy="6857990"/>
          </a:xfrm>
          <a:prstGeom prst="rect">
            <a:avLst/>
          </a:prstGeom>
        </p:spPr>
      </p:pic>
      <p:sp>
        <p:nvSpPr>
          <p:cNvPr id="2" name="Title 1">
            <a:extLst>
              <a:ext uri="{FF2B5EF4-FFF2-40B4-BE49-F238E27FC236}">
                <a16:creationId xmlns:a16="http://schemas.microsoft.com/office/drawing/2014/main" id="{53ADE740-363D-0829-DF95-72A80CEFFE4A}"/>
              </a:ext>
            </a:extLst>
          </p:cNvPr>
          <p:cNvSpPr>
            <a:spLocks noGrp="1"/>
          </p:cNvSpPr>
          <p:nvPr>
            <p:ph type="ctrTitle"/>
          </p:nvPr>
        </p:nvSpPr>
        <p:spPr>
          <a:xfrm>
            <a:off x="7769722" y="1594546"/>
            <a:ext cx="3884568" cy="2792393"/>
          </a:xfrm>
        </p:spPr>
        <p:txBody>
          <a:bodyPr anchor="t">
            <a:noAutofit/>
          </a:bodyPr>
          <a:lstStyle/>
          <a:p>
            <a:pPr algn="ctr"/>
            <a:r>
              <a:rPr lang="en-IN" sz="3200" b="1" i="1" dirty="0">
                <a:solidFill>
                  <a:schemeClr val="accent1">
                    <a:lumMod val="50000"/>
                  </a:schemeClr>
                </a:solidFill>
              </a:rPr>
              <a:t>Integrative Bioinformatics Analysis of Breast Cancer: Gene Signatures, Molecular Pathways and Prognostic Insights</a:t>
            </a:r>
          </a:p>
        </p:txBody>
      </p:sp>
      <p:sp>
        <p:nvSpPr>
          <p:cNvPr id="3" name="Subtitle 2">
            <a:extLst>
              <a:ext uri="{FF2B5EF4-FFF2-40B4-BE49-F238E27FC236}">
                <a16:creationId xmlns:a16="http://schemas.microsoft.com/office/drawing/2014/main" id="{5F847FF0-FEF7-307F-4397-3A48A1CB4BF8}"/>
              </a:ext>
            </a:extLst>
          </p:cNvPr>
          <p:cNvSpPr>
            <a:spLocks noGrp="1"/>
          </p:cNvSpPr>
          <p:nvPr>
            <p:ph type="subTitle" idx="1"/>
          </p:nvPr>
        </p:nvSpPr>
        <p:spPr>
          <a:xfrm>
            <a:off x="7769722" y="3853544"/>
            <a:ext cx="3813048" cy="1937656"/>
          </a:xfrm>
        </p:spPr>
        <p:txBody>
          <a:bodyPr>
            <a:normAutofit/>
          </a:bodyPr>
          <a:lstStyle/>
          <a:p>
            <a:endParaRPr lang="en-IN" sz="2000" dirty="0">
              <a:solidFill>
                <a:schemeClr val="accent1">
                  <a:lumMod val="50000"/>
                </a:schemeClr>
              </a:solidFill>
            </a:endParaRPr>
          </a:p>
          <a:p>
            <a:pPr algn="ctr"/>
            <a:r>
              <a:rPr lang="en-IN" sz="2000" dirty="0">
                <a:solidFill>
                  <a:schemeClr val="accent1">
                    <a:lumMod val="50000"/>
                  </a:schemeClr>
                </a:solidFill>
              </a:rPr>
              <a:t>By: advikaa sinha</a:t>
            </a:r>
          </a:p>
          <a:p>
            <a:pPr algn="ctr"/>
            <a:r>
              <a:rPr lang="en-IN" sz="2000" dirty="0">
                <a:solidFill>
                  <a:schemeClr val="accent1">
                    <a:lumMod val="50000"/>
                  </a:schemeClr>
                </a:solidFill>
              </a:rPr>
              <a:t>Bioinformatics mini project: June 2026</a:t>
            </a:r>
          </a:p>
          <a:p>
            <a:endParaRPr lang="en-IN" sz="2000" dirty="0">
              <a:solidFill>
                <a:schemeClr val="tx1">
                  <a:lumMod val="95000"/>
                </a:schemeClr>
              </a:solidFill>
            </a:endParaRPr>
          </a:p>
        </p:txBody>
      </p:sp>
      <p:pic>
        <p:nvPicPr>
          <p:cNvPr id="5" name="Picture 4" descr="Breast Cancer Awareness Concept. Health care and medical. Hand of woman holding pink ribbon awareness symbol for endometriosis, Medicine. Prevention Breast. Breast Cancer Awareness Concept. Health care and medical. Hand of woman holding pink ribbon awareness symbol for endometriosis, Medicine. Prevention Breast. breast cancer stock pictures, royalty-free photos &amp; images">
            <a:extLst>
              <a:ext uri="{FF2B5EF4-FFF2-40B4-BE49-F238E27FC236}">
                <a16:creationId xmlns:a16="http://schemas.microsoft.com/office/drawing/2014/main" id="{28E838E2-9BEC-EE24-5B4F-57D507450421}"/>
              </a:ext>
            </a:extLst>
          </p:cNvPr>
          <p:cNvPicPr>
            <a:picLocks noChangeAspect="1"/>
          </p:cNvPicPr>
          <p:nvPr/>
        </p:nvPicPr>
        <p:blipFill>
          <a:blip r:embed="rId3"/>
          <a:stretch>
            <a:fillRect/>
          </a:stretch>
        </p:blipFill>
        <p:spPr>
          <a:xfrm>
            <a:off x="384628" y="1885950"/>
            <a:ext cx="6350000" cy="3086100"/>
          </a:xfrm>
          <a:prstGeom prst="rect">
            <a:avLst/>
          </a:prstGeom>
        </p:spPr>
      </p:pic>
    </p:spTree>
    <p:extLst>
      <p:ext uri="{BB962C8B-B14F-4D97-AF65-F5344CB8AC3E}">
        <p14:creationId xmlns:p14="http://schemas.microsoft.com/office/powerpoint/2010/main" val="227938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C84FC-643C-1F62-686A-9F6FE6FBBCD5}"/>
              </a:ext>
            </a:extLst>
          </p:cNvPr>
          <p:cNvSpPr>
            <a:spLocks noGrp="1"/>
          </p:cNvSpPr>
          <p:nvPr>
            <p:ph type="title"/>
          </p:nvPr>
        </p:nvSpPr>
        <p:spPr>
          <a:xfrm>
            <a:off x="640079" y="152400"/>
            <a:ext cx="10890929" cy="1034143"/>
          </a:xfrm>
        </p:spPr>
        <p:txBody>
          <a:bodyPr>
            <a:noAutofit/>
          </a:bodyPr>
          <a:lstStyle/>
          <a:p>
            <a:pPr algn="ctr"/>
            <a:r>
              <a:rPr lang="en-IN" sz="6600" u="sng" dirty="0">
                <a:solidFill>
                  <a:schemeClr val="accent1">
                    <a:lumMod val="50000"/>
                  </a:schemeClr>
                </a:solidFill>
                <a:latin typeface="Aharoni" panose="02010803020104030203" pitchFamily="2" charset="-79"/>
                <a:cs typeface="Aharoni" panose="02010803020104030203" pitchFamily="2" charset="-79"/>
              </a:rPr>
              <a:t>WHAT IS BREAST CANCER?</a:t>
            </a:r>
          </a:p>
        </p:txBody>
      </p:sp>
      <p:sp>
        <p:nvSpPr>
          <p:cNvPr id="3" name="Content Placeholder 2">
            <a:extLst>
              <a:ext uri="{FF2B5EF4-FFF2-40B4-BE49-F238E27FC236}">
                <a16:creationId xmlns:a16="http://schemas.microsoft.com/office/drawing/2014/main" id="{CBDFD04E-1225-7F01-5DA7-FF4B427735CB}"/>
              </a:ext>
            </a:extLst>
          </p:cNvPr>
          <p:cNvSpPr>
            <a:spLocks noGrp="1"/>
          </p:cNvSpPr>
          <p:nvPr>
            <p:ph idx="1"/>
          </p:nvPr>
        </p:nvSpPr>
        <p:spPr>
          <a:xfrm>
            <a:off x="640080" y="1317171"/>
            <a:ext cx="10890928" cy="5388429"/>
          </a:xfrm>
        </p:spPr>
        <p:txBody>
          <a:bodyPr>
            <a:normAutofit/>
          </a:bodyPr>
          <a:lstStyle/>
          <a:p>
            <a:r>
              <a:rPr lang="en-IN" sz="2400" dirty="0">
                <a:solidFill>
                  <a:schemeClr val="accent1">
                    <a:lumMod val="50000"/>
                  </a:schemeClr>
                </a:solidFill>
              </a:rPr>
              <a:t>Breast cancer is a disease where </a:t>
            </a:r>
            <a:r>
              <a:rPr lang="en-IN" sz="2400" b="1" dirty="0">
                <a:solidFill>
                  <a:schemeClr val="accent1">
                    <a:lumMod val="50000"/>
                  </a:schemeClr>
                </a:solidFill>
              </a:rPr>
              <a:t>abnormal cells in the breast grow out of control</a:t>
            </a:r>
            <a:r>
              <a:rPr lang="en-IN" sz="2400" dirty="0">
                <a:solidFill>
                  <a:schemeClr val="accent1">
                    <a:lumMod val="50000"/>
                  </a:schemeClr>
                </a:solidFill>
              </a:rPr>
              <a:t>, forming a mass known as a </a:t>
            </a:r>
            <a:r>
              <a:rPr lang="en-IN" sz="2400" dirty="0" err="1">
                <a:solidFill>
                  <a:schemeClr val="accent1">
                    <a:lumMod val="50000"/>
                  </a:schemeClr>
                </a:solidFill>
              </a:rPr>
              <a:t>tumor</a:t>
            </a:r>
            <a:r>
              <a:rPr lang="en-IN" sz="2400" dirty="0">
                <a:solidFill>
                  <a:schemeClr val="accent1">
                    <a:lumMod val="50000"/>
                  </a:schemeClr>
                </a:solidFill>
              </a:rPr>
              <a:t>.  These malignant cells can remain contained within the breast (</a:t>
            </a:r>
            <a:r>
              <a:rPr lang="en-IN" sz="2400" b="1" dirty="0">
                <a:solidFill>
                  <a:schemeClr val="accent1">
                    <a:lumMod val="50000"/>
                  </a:schemeClr>
                </a:solidFill>
              </a:rPr>
              <a:t>in situ</a:t>
            </a:r>
            <a:r>
              <a:rPr lang="en-IN" sz="2400" dirty="0">
                <a:solidFill>
                  <a:schemeClr val="accent1">
                    <a:lumMod val="50000"/>
                  </a:schemeClr>
                </a:solidFill>
              </a:rPr>
              <a:t>) or invade nearby tissue and spread (</a:t>
            </a:r>
            <a:r>
              <a:rPr lang="en-IN" sz="2400" b="1" dirty="0">
                <a:solidFill>
                  <a:schemeClr val="accent1">
                    <a:lumMod val="50000"/>
                  </a:schemeClr>
                </a:solidFill>
              </a:rPr>
              <a:t>metastasize</a:t>
            </a:r>
            <a:r>
              <a:rPr lang="en-IN" sz="2400" dirty="0">
                <a:solidFill>
                  <a:schemeClr val="accent1">
                    <a:lumMod val="50000"/>
                  </a:schemeClr>
                </a:solidFill>
              </a:rPr>
              <a:t>) to lymph nodes or other organs such as the bones, liver, or lungs.  It is the </a:t>
            </a:r>
            <a:r>
              <a:rPr lang="en-IN" sz="2400" b="1" dirty="0">
                <a:solidFill>
                  <a:schemeClr val="accent1">
                    <a:lumMod val="50000"/>
                  </a:schemeClr>
                </a:solidFill>
              </a:rPr>
              <a:t>most common cancer diagnosed in women</a:t>
            </a:r>
            <a:r>
              <a:rPr lang="en-IN" sz="2400" dirty="0">
                <a:solidFill>
                  <a:schemeClr val="accent1">
                    <a:lumMod val="50000"/>
                  </a:schemeClr>
                </a:solidFill>
              </a:rPr>
              <a:t> and the second most common cause of cancer death among women worldwide, though it can rarely affect men. </a:t>
            </a:r>
          </a:p>
          <a:p>
            <a:r>
              <a:rPr lang="en-IN" sz="2400" dirty="0">
                <a:solidFill>
                  <a:schemeClr val="accent1">
                    <a:lumMod val="50000"/>
                  </a:schemeClr>
                </a:solidFill>
              </a:rPr>
              <a:t>The disease typically originates in the </a:t>
            </a:r>
            <a:r>
              <a:rPr lang="en-IN" sz="2400" b="1" dirty="0">
                <a:solidFill>
                  <a:schemeClr val="accent1">
                    <a:lumMod val="50000"/>
                  </a:schemeClr>
                </a:solidFill>
              </a:rPr>
              <a:t>milk ducts</a:t>
            </a:r>
            <a:r>
              <a:rPr lang="en-IN" sz="2400" dirty="0">
                <a:solidFill>
                  <a:schemeClr val="accent1">
                    <a:lumMod val="50000"/>
                  </a:schemeClr>
                </a:solidFill>
              </a:rPr>
              <a:t> (ductal carcinoma) or the </a:t>
            </a:r>
            <a:r>
              <a:rPr lang="en-IN" sz="2400" b="1" dirty="0">
                <a:solidFill>
                  <a:schemeClr val="accent1">
                    <a:lumMod val="50000"/>
                  </a:schemeClr>
                </a:solidFill>
              </a:rPr>
              <a:t>milk-producing glands</a:t>
            </a:r>
            <a:r>
              <a:rPr lang="en-IN" sz="2400" dirty="0">
                <a:solidFill>
                  <a:schemeClr val="accent1">
                    <a:lumMod val="50000"/>
                  </a:schemeClr>
                </a:solidFill>
              </a:rPr>
              <a:t> (lobular carcinoma).  Risk factors include </a:t>
            </a:r>
            <a:r>
              <a:rPr lang="en-IN" sz="2400" b="1" dirty="0">
                <a:solidFill>
                  <a:schemeClr val="accent1">
                    <a:lumMod val="50000"/>
                  </a:schemeClr>
                </a:solidFill>
              </a:rPr>
              <a:t>inherited genetic mutations</a:t>
            </a:r>
            <a:r>
              <a:rPr lang="en-IN" sz="2400" dirty="0">
                <a:solidFill>
                  <a:schemeClr val="accent1">
                    <a:lumMod val="50000"/>
                  </a:schemeClr>
                </a:solidFill>
              </a:rPr>
              <a:t> (such as BRCA1 and BRCA2), </a:t>
            </a:r>
            <a:r>
              <a:rPr lang="en-IN" sz="2400" b="1" dirty="0">
                <a:solidFill>
                  <a:schemeClr val="accent1">
                    <a:lumMod val="50000"/>
                  </a:schemeClr>
                </a:solidFill>
              </a:rPr>
              <a:t>older age</a:t>
            </a:r>
            <a:r>
              <a:rPr lang="en-IN" sz="2400" dirty="0">
                <a:solidFill>
                  <a:schemeClr val="accent1">
                    <a:lumMod val="50000"/>
                  </a:schemeClr>
                </a:solidFill>
              </a:rPr>
              <a:t>, </a:t>
            </a:r>
            <a:r>
              <a:rPr lang="en-IN" sz="2400" b="1" dirty="0">
                <a:solidFill>
                  <a:schemeClr val="accent1">
                    <a:lumMod val="50000"/>
                  </a:schemeClr>
                </a:solidFill>
              </a:rPr>
              <a:t>dense breast tissue</a:t>
            </a:r>
            <a:r>
              <a:rPr lang="en-IN" sz="2400" dirty="0">
                <a:solidFill>
                  <a:schemeClr val="accent1">
                    <a:lumMod val="50000"/>
                  </a:schemeClr>
                </a:solidFill>
              </a:rPr>
              <a:t>, and reproductive history involving prolonged </a:t>
            </a:r>
            <a:r>
              <a:rPr lang="en-IN" sz="2400" dirty="0" err="1">
                <a:solidFill>
                  <a:schemeClr val="accent1">
                    <a:lumMod val="50000"/>
                  </a:schemeClr>
                </a:solidFill>
              </a:rPr>
              <a:t>estrogen</a:t>
            </a:r>
            <a:r>
              <a:rPr lang="en-IN" sz="2400" dirty="0">
                <a:solidFill>
                  <a:schemeClr val="accent1">
                    <a:lumMod val="50000"/>
                  </a:schemeClr>
                </a:solidFill>
              </a:rPr>
              <a:t> exposure. Early detection through </a:t>
            </a:r>
            <a:r>
              <a:rPr lang="en-IN" sz="2400" b="1" dirty="0">
                <a:solidFill>
                  <a:schemeClr val="accent1">
                    <a:lumMod val="50000"/>
                  </a:schemeClr>
                </a:solidFill>
              </a:rPr>
              <a:t>mammograms</a:t>
            </a:r>
            <a:r>
              <a:rPr lang="en-IN" sz="2400" dirty="0">
                <a:solidFill>
                  <a:schemeClr val="accent1">
                    <a:lumMod val="50000"/>
                  </a:schemeClr>
                </a:solidFill>
              </a:rPr>
              <a:t> and self-exams is critical, as treatment outcomes are significantly better when the cancer is identified before it spreads. </a:t>
            </a:r>
          </a:p>
          <a:p>
            <a:pPr marL="0" indent="0">
              <a:buNone/>
            </a:pPr>
            <a:endParaRPr lang="en-IN" dirty="0"/>
          </a:p>
        </p:txBody>
      </p:sp>
    </p:spTree>
    <p:extLst>
      <p:ext uri="{BB962C8B-B14F-4D97-AF65-F5344CB8AC3E}">
        <p14:creationId xmlns:p14="http://schemas.microsoft.com/office/powerpoint/2010/main" val="1757763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65028-46F2-C46F-364D-D6F07B669074}"/>
              </a:ext>
            </a:extLst>
          </p:cNvPr>
          <p:cNvSpPr>
            <a:spLocks noGrp="1"/>
          </p:cNvSpPr>
          <p:nvPr>
            <p:ph type="title"/>
          </p:nvPr>
        </p:nvSpPr>
        <p:spPr>
          <a:xfrm>
            <a:off x="640079" y="0"/>
            <a:ext cx="10890929" cy="1088571"/>
          </a:xfrm>
        </p:spPr>
        <p:txBody>
          <a:bodyPr>
            <a:noAutofit/>
          </a:bodyPr>
          <a:lstStyle/>
          <a:p>
            <a:pPr algn="ctr"/>
            <a:r>
              <a:rPr lang="en-IN" sz="8000" u="sng" dirty="0">
                <a:solidFill>
                  <a:schemeClr val="accent1">
                    <a:lumMod val="50000"/>
                  </a:schemeClr>
                </a:solidFill>
                <a:latin typeface="Aharoni" panose="02010803020104030203" pitchFamily="2" charset="-79"/>
                <a:cs typeface="Aharoni" panose="02010803020104030203" pitchFamily="2" charset="-79"/>
              </a:rPr>
              <a:t>METHODOLOGY</a:t>
            </a:r>
          </a:p>
        </p:txBody>
      </p:sp>
      <p:sp>
        <p:nvSpPr>
          <p:cNvPr id="4" name="TextBox 3">
            <a:extLst>
              <a:ext uri="{FF2B5EF4-FFF2-40B4-BE49-F238E27FC236}">
                <a16:creationId xmlns:a16="http://schemas.microsoft.com/office/drawing/2014/main" id="{9031C3CC-DA1A-25F6-9229-B37DF2A59D93}"/>
              </a:ext>
            </a:extLst>
          </p:cNvPr>
          <p:cNvSpPr txBox="1"/>
          <p:nvPr/>
        </p:nvSpPr>
        <p:spPr>
          <a:xfrm>
            <a:off x="0" y="1036214"/>
            <a:ext cx="4386943" cy="4524315"/>
          </a:xfrm>
          <a:prstGeom prst="rect">
            <a:avLst/>
          </a:prstGeom>
          <a:noFill/>
        </p:spPr>
        <p:txBody>
          <a:bodyPr wrap="square">
            <a:spAutoFit/>
          </a:bodyPr>
          <a:lstStyle/>
          <a:p>
            <a:pPr algn="ctr"/>
            <a:r>
              <a:rPr lang="en-IN" dirty="0">
                <a:solidFill>
                  <a:schemeClr val="accent1">
                    <a:lumMod val="50000"/>
                  </a:schemeClr>
                </a:solidFill>
              </a:rPr>
              <a:t>Breast Cancer Selection</a:t>
            </a:r>
          </a:p>
          <a:p>
            <a:pPr algn="ctr"/>
            <a:r>
              <a:rPr lang="en-IN" dirty="0">
                <a:solidFill>
                  <a:schemeClr val="accent1">
                    <a:lumMod val="50000"/>
                  </a:schemeClr>
                </a:solidFill>
              </a:rPr>
              <a:t>          ↓</a:t>
            </a:r>
          </a:p>
          <a:p>
            <a:pPr algn="ctr"/>
            <a:r>
              <a:rPr lang="en-IN" dirty="0">
                <a:solidFill>
                  <a:schemeClr val="accent1">
                    <a:lumMod val="50000"/>
                  </a:schemeClr>
                </a:solidFill>
              </a:rPr>
              <a:t>Literature Search (PubMed)</a:t>
            </a:r>
          </a:p>
          <a:p>
            <a:pPr algn="ctr"/>
            <a:r>
              <a:rPr lang="en-IN" dirty="0">
                <a:solidFill>
                  <a:schemeClr val="accent1">
                    <a:lumMod val="50000"/>
                  </a:schemeClr>
                </a:solidFill>
              </a:rPr>
              <a:t>          ↓</a:t>
            </a:r>
          </a:p>
          <a:p>
            <a:pPr algn="ctr"/>
            <a:r>
              <a:rPr lang="en-IN" dirty="0">
                <a:solidFill>
                  <a:schemeClr val="accent1">
                    <a:lumMod val="50000"/>
                  </a:schemeClr>
                </a:solidFill>
              </a:rPr>
              <a:t>Selection of Key Genes</a:t>
            </a:r>
          </a:p>
          <a:p>
            <a:pPr algn="ctr"/>
            <a:r>
              <a:rPr lang="en-IN" dirty="0">
                <a:solidFill>
                  <a:schemeClr val="accent1">
                    <a:lumMod val="50000"/>
                  </a:schemeClr>
                </a:solidFill>
              </a:rPr>
              <a:t>(BRCA1, BRCA2, TP53...)</a:t>
            </a:r>
          </a:p>
          <a:p>
            <a:pPr algn="ctr"/>
            <a:r>
              <a:rPr lang="en-IN" dirty="0">
                <a:solidFill>
                  <a:schemeClr val="accent1">
                    <a:lumMod val="50000"/>
                  </a:schemeClr>
                </a:solidFill>
              </a:rPr>
              <a:t>          ↓</a:t>
            </a:r>
          </a:p>
          <a:p>
            <a:pPr algn="ctr"/>
            <a:r>
              <a:rPr lang="en-IN" dirty="0">
                <a:solidFill>
                  <a:schemeClr val="accent1">
                    <a:lumMod val="50000"/>
                  </a:schemeClr>
                </a:solidFill>
              </a:rPr>
              <a:t>Biological Pathway Categorization</a:t>
            </a:r>
          </a:p>
          <a:p>
            <a:pPr algn="ctr"/>
            <a:r>
              <a:rPr lang="en-IN" dirty="0">
                <a:solidFill>
                  <a:schemeClr val="accent1">
                    <a:lumMod val="50000"/>
                  </a:schemeClr>
                </a:solidFill>
              </a:rPr>
              <a:t>          ↓</a:t>
            </a:r>
          </a:p>
          <a:p>
            <a:pPr algn="ctr"/>
            <a:r>
              <a:rPr lang="en-IN" dirty="0">
                <a:solidFill>
                  <a:schemeClr val="accent1">
                    <a:lumMod val="50000"/>
                  </a:schemeClr>
                </a:solidFill>
              </a:rPr>
              <a:t>Protein Interaction Analysis (STRING)</a:t>
            </a:r>
          </a:p>
          <a:p>
            <a:pPr algn="ctr"/>
            <a:r>
              <a:rPr lang="en-IN" dirty="0">
                <a:solidFill>
                  <a:schemeClr val="accent1">
                    <a:lumMod val="50000"/>
                  </a:schemeClr>
                </a:solidFill>
              </a:rPr>
              <a:t>          ↓</a:t>
            </a:r>
          </a:p>
          <a:p>
            <a:pPr algn="ctr"/>
            <a:r>
              <a:rPr lang="en-IN" dirty="0">
                <a:solidFill>
                  <a:schemeClr val="accent1">
                    <a:lumMod val="50000"/>
                  </a:schemeClr>
                </a:solidFill>
              </a:rPr>
              <a:t>Gene Expression Analysis (GEPIA2)</a:t>
            </a:r>
          </a:p>
          <a:p>
            <a:pPr algn="ctr"/>
            <a:r>
              <a:rPr lang="en-IN" dirty="0">
                <a:solidFill>
                  <a:schemeClr val="accent1">
                    <a:lumMod val="50000"/>
                  </a:schemeClr>
                </a:solidFill>
              </a:rPr>
              <a:t>          ↓</a:t>
            </a:r>
          </a:p>
          <a:p>
            <a:pPr algn="ctr"/>
            <a:r>
              <a:rPr lang="en-IN" dirty="0">
                <a:solidFill>
                  <a:schemeClr val="accent1">
                    <a:lumMod val="50000"/>
                  </a:schemeClr>
                </a:solidFill>
              </a:rPr>
              <a:t>Survival Analysis (Kaplan-Meier Plotter)</a:t>
            </a:r>
          </a:p>
          <a:p>
            <a:pPr algn="ctr"/>
            <a:r>
              <a:rPr lang="en-IN" dirty="0">
                <a:solidFill>
                  <a:schemeClr val="accent1">
                    <a:lumMod val="50000"/>
                  </a:schemeClr>
                </a:solidFill>
              </a:rPr>
              <a:t>          ↓</a:t>
            </a:r>
          </a:p>
          <a:p>
            <a:pPr algn="ctr"/>
            <a:r>
              <a:rPr lang="en-IN" dirty="0">
                <a:solidFill>
                  <a:schemeClr val="accent1">
                    <a:lumMod val="50000"/>
                  </a:schemeClr>
                </a:solidFill>
              </a:rPr>
              <a:t>Biological Interpretation</a:t>
            </a:r>
          </a:p>
        </p:txBody>
      </p:sp>
      <p:sp>
        <p:nvSpPr>
          <p:cNvPr id="6" name="TextBox 5">
            <a:extLst>
              <a:ext uri="{FF2B5EF4-FFF2-40B4-BE49-F238E27FC236}">
                <a16:creationId xmlns:a16="http://schemas.microsoft.com/office/drawing/2014/main" id="{F862D827-02A4-A033-A1BF-35928DEB4AD1}"/>
              </a:ext>
            </a:extLst>
          </p:cNvPr>
          <p:cNvSpPr txBox="1"/>
          <p:nvPr/>
        </p:nvSpPr>
        <p:spPr>
          <a:xfrm>
            <a:off x="4582885" y="1313212"/>
            <a:ext cx="7358743" cy="3139321"/>
          </a:xfrm>
          <a:prstGeom prst="rect">
            <a:avLst/>
          </a:prstGeom>
          <a:noFill/>
        </p:spPr>
        <p:txBody>
          <a:bodyPr wrap="square">
            <a:spAutoFit/>
          </a:bodyPr>
          <a:lstStyle/>
          <a:p>
            <a:pPr>
              <a:buNone/>
            </a:pPr>
            <a:r>
              <a:rPr lang="en-IN" b="1" dirty="0">
                <a:solidFill>
                  <a:schemeClr val="accent1">
                    <a:lumMod val="50000"/>
                  </a:schemeClr>
                </a:solidFill>
              </a:rPr>
              <a:t>Description:</a:t>
            </a:r>
            <a:endParaRPr lang="en-IN" dirty="0">
              <a:solidFill>
                <a:schemeClr val="accent1">
                  <a:lumMod val="50000"/>
                </a:schemeClr>
              </a:solidFill>
            </a:endParaRPr>
          </a:p>
          <a:p>
            <a:pPr>
              <a:buFont typeface="+mj-lt"/>
              <a:buAutoNum type="arabicPeriod"/>
            </a:pPr>
            <a:r>
              <a:rPr lang="en-IN" dirty="0">
                <a:solidFill>
                  <a:schemeClr val="accent1">
                    <a:lumMod val="50000"/>
                  </a:schemeClr>
                </a:solidFill>
              </a:rPr>
              <a:t>Breast cancer was selected as the disease of interest. </a:t>
            </a:r>
          </a:p>
          <a:p>
            <a:pPr>
              <a:buFont typeface="+mj-lt"/>
              <a:buAutoNum type="arabicPeriod"/>
            </a:pPr>
            <a:r>
              <a:rPr lang="en-IN" dirty="0">
                <a:solidFill>
                  <a:schemeClr val="accent1">
                    <a:lumMod val="50000"/>
                  </a:schemeClr>
                </a:solidFill>
              </a:rPr>
              <a:t>Relevant genes associated with breast cancer were identified through literature and database searches. </a:t>
            </a:r>
          </a:p>
          <a:p>
            <a:pPr>
              <a:buFont typeface="+mj-lt"/>
              <a:buAutoNum type="arabicPeriod"/>
            </a:pPr>
            <a:r>
              <a:rPr lang="en-IN" dirty="0">
                <a:solidFill>
                  <a:schemeClr val="accent1">
                    <a:lumMod val="50000"/>
                  </a:schemeClr>
                </a:solidFill>
              </a:rPr>
              <a:t>The genes were categorized according to their biological pathways. </a:t>
            </a:r>
          </a:p>
          <a:p>
            <a:pPr>
              <a:buFont typeface="+mj-lt"/>
              <a:buAutoNum type="arabicPeriod"/>
            </a:pPr>
            <a:r>
              <a:rPr lang="en-IN" dirty="0">
                <a:solidFill>
                  <a:schemeClr val="accent1">
                    <a:lumMod val="50000"/>
                  </a:schemeClr>
                </a:solidFill>
              </a:rPr>
              <a:t>Protein-protein interaction analysis was performed to understand gene relationships. </a:t>
            </a:r>
          </a:p>
          <a:p>
            <a:pPr>
              <a:buFont typeface="+mj-lt"/>
              <a:buAutoNum type="arabicPeriod"/>
            </a:pPr>
            <a:r>
              <a:rPr lang="en-IN" dirty="0">
                <a:solidFill>
                  <a:schemeClr val="accent1">
                    <a:lumMod val="50000"/>
                  </a:schemeClr>
                </a:solidFill>
              </a:rPr>
              <a:t>Gene expression patterns were </a:t>
            </a:r>
            <a:r>
              <a:rPr lang="en-IN" dirty="0" err="1">
                <a:solidFill>
                  <a:schemeClr val="accent1">
                    <a:lumMod val="50000"/>
                  </a:schemeClr>
                </a:solidFill>
              </a:rPr>
              <a:t>analyzed</a:t>
            </a:r>
            <a:r>
              <a:rPr lang="en-IN" dirty="0">
                <a:solidFill>
                  <a:schemeClr val="accent1">
                    <a:lumMod val="50000"/>
                  </a:schemeClr>
                </a:solidFill>
              </a:rPr>
              <a:t> using public cancer datasets. </a:t>
            </a:r>
          </a:p>
          <a:p>
            <a:pPr>
              <a:buFont typeface="+mj-lt"/>
              <a:buAutoNum type="arabicPeriod"/>
            </a:pPr>
            <a:r>
              <a:rPr lang="en-IN" dirty="0">
                <a:solidFill>
                  <a:schemeClr val="accent1">
                    <a:lumMod val="50000"/>
                  </a:schemeClr>
                </a:solidFill>
              </a:rPr>
              <a:t>Survival analysis was conducted to investigate prognostic significance. </a:t>
            </a:r>
          </a:p>
          <a:p>
            <a:pPr>
              <a:buFont typeface="+mj-lt"/>
              <a:buAutoNum type="arabicPeriod"/>
            </a:pPr>
            <a:r>
              <a:rPr lang="en-IN" dirty="0">
                <a:solidFill>
                  <a:schemeClr val="accent1">
                    <a:lumMod val="50000"/>
                  </a:schemeClr>
                </a:solidFill>
              </a:rPr>
              <a:t>The results were interpreted to understand their role in breast cancer progression.</a:t>
            </a:r>
          </a:p>
        </p:txBody>
      </p:sp>
    </p:spTree>
    <p:extLst>
      <p:ext uri="{BB962C8B-B14F-4D97-AF65-F5344CB8AC3E}">
        <p14:creationId xmlns:p14="http://schemas.microsoft.com/office/powerpoint/2010/main" val="281721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6934-1564-9B64-94CD-F6F491B5F943}"/>
              </a:ext>
            </a:extLst>
          </p:cNvPr>
          <p:cNvSpPr>
            <a:spLocks noGrp="1"/>
          </p:cNvSpPr>
          <p:nvPr>
            <p:ph type="title"/>
          </p:nvPr>
        </p:nvSpPr>
        <p:spPr>
          <a:xfrm>
            <a:off x="640079" y="76201"/>
            <a:ext cx="10890929" cy="1077686"/>
          </a:xfrm>
        </p:spPr>
        <p:txBody>
          <a:bodyPr>
            <a:noAutofit/>
          </a:bodyPr>
          <a:lstStyle/>
          <a:p>
            <a:pPr algn="ctr"/>
            <a:r>
              <a:rPr lang="en-IN" sz="7200" u="sng" dirty="0">
                <a:solidFill>
                  <a:schemeClr val="accent1">
                    <a:lumMod val="50000"/>
                  </a:schemeClr>
                </a:solidFill>
                <a:latin typeface="Aharoni" panose="02010803020104030203" pitchFamily="2" charset="-79"/>
                <a:cs typeface="Aharoni" panose="02010803020104030203" pitchFamily="2" charset="-79"/>
              </a:rPr>
              <a:t>GENE TABLE </a:t>
            </a:r>
          </a:p>
        </p:txBody>
      </p:sp>
      <p:graphicFrame>
        <p:nvGraphicFramePr>
          <p:cNvPr id="4" name="Table 3">
            <a:extLst>
              <a:ext uri="{FF2B5EF4-FFF2-40B4-BE49-F238E27FC236}">
                <a16:creationId xmlns:a16="http://schemas.microsoft.com/office/drawing/2014/main" id="{91726DCD-A339-DFDA-D3FE-C888FBFE8A27}"/>
              </a:ext>
            </a:extLst>
          </p:cNvPr>
          <p:cNvGraphicFramePr>
            <a:graphicFrameLocks noGrp="1"/>
          </p:cNvGraphicFramePr>
          <p:nvPr>
            <p:extLst>
              <p:ext uri="{D42A27DB-BD31-4B8C-83A1-F6EECF244321}">
                <p14:modId xmlns:p14="http://schemas.microsoft.com/office/powerpoint/2010/main" val="1889871953"/>
              </p:ext>
            </p:extLst>
          </p:nvPr>
        </p:nvGraphicFramePr>
        <p:xfrm>
          <a:off x="0" y="1153887"/>
          <a:ext cx="12192000" cy="5791196"/>
        </p:xfrm>
        <a:graphic>
          <a:graphicData uri="http://schemas.openxmlformats.org/drawingml/2006/table">
            <a:tbl>
              <a:tblPr>
                <a:tableStyleId>{5C22544A-7EE6-4342-B048-85BDC9FD1C3A}</a:tableStyleId>
              </a:tblPr>
              <a:tblGrid>
                <a:gridCol w="3112429">
                  <a:extLst>
                    <a:ext uri="{9D8B030D-6E8A-4147-A177-3AD203B41FA5}">
                      <a16:colId xmlns:a16="http://schemas.microsoft.com/office/drawing/2014/main" val="3693428664"/>
                    </a:ext>
                  </a:extLst>
                </a:gridCol>
                <a:gridCol w="902010">
                  <a:extLst>
                    <a:ext uri="{9D8B030D-6E8A-4147-A177-3AD203B41FA5}">
                      <a16:colId xmlns:a16="http://schemas.microsoft.com/office/drawing/2014/main" val="1159359041"/>
                    </a:ext>
                  </a:extLst>
                </a:gridCol>
                <a:gridCol w="1833757">
                  <a:extLst>
                    <a:ext uri="{9D8B030D-6E8A-4147-A177-3AD203B41FA5}">
                      <a16:colId xmlns:a16="http://schemas.microsoft.com/office/drawing/2014/main" val="3173187180"/>
                    </a:ext>
                  </a:extLst>
                </a:gridCol>
                <a:gridCol w="2606908">
                  <a:extLst>
                    <a:ext uri="{9D8B030D-6E8A-4147-A177-3AD203B41FA5}">
                      <a16:colId xmlns:a16="http://schemas.microsoft.com/office/drawing/2014/main" val="1544025880"/>
                    </a:ext>
                  </a:extLst>
                </a:gridCol>
                <a:gridCol w="2210419">
                  <a:extLst>
                    <a:ext uri="{9D8B030D-6E8A-4147-A177-3AD203B41FA5}">
                      <a16:colId xmlns:a16="http://schemas.microsoft.com/office/drawing/2014/main" val="602111223"/>
                    </a:ext>
                  </a:extLst>
                </a:gridCol>
                <a:gridCol w="1526477">
                  <a:extLst>
                    <a:ext uri="{9D8B030D-6E8A-4147-A177-3AD203B41FA5}">
                      <a16:colId xmlns:a16="http://schemas.microsoft.com/office/drawing/2014/main" val="4076749944"/>
                    </a:ext>
                  </a:extLst>
                </a:gridCol>
              </a:tblGrid>
              <a:tr h="362424">
                <a:tc>
                  <a:txBody>
                    <a:bodyPr/>
                    <a:lstStyle/>
                    <a:p>
                      <a:pPr algn="ctr" fontAlgn="b">
                        <a:buNone/>
                      </a:pPr>
                      <a:r>
                        <a:rPr lang="en-IN" sz="1400" u="sng" strike="noStrike">
                          <a:effectLst/>
                        </a:rPr>
                        <a:t>Gene </a:t>
                      </a:r>
                      <a:endParaRPr lang="en-IN" sz="1400" b="1" i="0" u="sng" strike="noStrike">
                        <a:solidFill>
                          <a:srgbClr val="203764"/>
                        </a:solidFill>
                        <a:effectLst/>
                        <a:latin typeface="Calibri" panose="020F0502020204030204" pitchFamily="34" charset="0"/>
                      </a:endParaRPr>
                    </a:p>
                  </a:txBody>
                  <a:tcPr marL="3330" marR="3330" marT="3330" marB="0" anchor="b"/>
                </a:tc>
                <a:tc>
                  <a:txBody>
                    <a:bodyPr/>
                    <a:lstStyle/>
                    <a:p>
                      <a:pPr algn="ctr" fontAlgn="b">
                        <a:buNone/>
                      </a:pPr>
                      <a:r>
                        <a:rPr lang="en-IN" sz="1400" u="sng" strike="noStrike">
                          <a:effectLst/>
                        </a:rPr>
                        <a:t>Symbol</a:t>
                      </a:r>
                      <a:endParaRPr lang="en-IN" sz="1400" b="1" i="0" u="sng" strike="noStrike">
                        <a:solidFill>
                          <a:srgbClr val="203764"/>
                        </a:solidFill>
                        <a:effectLst/>
                        <a:latin typeface="Calibri" panose="020F0502020204030204" pitchFamily="34" charset="0"/>
                      </a:endParaRPr>
                    </a:p>
                  </a:txBody>
                  <a:tcPr marL="3330" marR="3330" marT="3330" marB="0" anchor="b"/>
                </a:tc>
                <a:tc>
                  <a:txBody>
                    <a:bodyPr/>
                    <a:lstStyle/>
                    <a:p>
                      <a:pPr algn="ctr" fontAlgn="b">
                        <a:buNone/>
                      </a:pPr>
                      <a:r>
                        <a:rPr lang="en-IN" sz="1400" u="sng" strike="noStrike">
                          <a:effectLst/>
                        </a:rPr>
                        <a:t>Function </a:t>
                      </a:r>
                      <a:endParaRPr lang="en-IN" sz="1400" b="1" i="0" u="sng" strike="noStrike">
                        <a:solidFill>
                          <a:srgbClr val="203764"/>
                        </a:solidFill>
                        <a:effectLst/>
                        <a:latin typeface="Calibri" panose="020F0502020204030204" pitchFamily="34" charset="0"/>
                      </a:endParaRPr>
                    </a:p>
                  </a:txBody>
                  <a:tcPr marL="3330" marR="3330" marT="3330" marB="0" anchor="b"/>
                </a:tc>
                <a:tc>
                  <a:txBody>
                    <a:bodyPr/>
                    <a:lstStyle/>
                    <a:p>
                      <a:pPr algn="ctr" fontAlgn="b">
                        <a:buNone/>
                      </a:pPr>
                      <a:r>
                        <a:rPr lang="en-IN" sz="1400" u="sng" strike="noStrike">
                          <a:effectLst/>
                        </a:rPr>
                        <a:t>Role in Breast cancer </a:t>
                      </a:r>
                      <a:endParaRPr lang="en-IN" sz="1400" b="1" i="0" u="sng" strike="noStrike">
                        <a:solidFill>
                          <a:srgbClr val="203764"/>
                        </a:solidFill>
                        <a:effectLst/>
                        <a:latin typeface="Calibri" panose="020F0502020204030204" pitchFamily="34" charset="0"/>
                      </a:endParaRPr>
                    </a:p>
                  </a:txBody>
                  <a:tcPr marL="3330" marR="3330" marT="3330" marB="0" anchor="b"/>
                </a:tc>
                <a:tc>
                  <a:txBody>
                    <a:bodyPr/>
                    <a:lstStyle/>
                    <a:p>
                      <a:pPr algn="ctr" fontAlgn="b">
                        <a:buNone/>
                      </a:pPr>
                      <a:r>
                        <a:rPr lang="en-IN" sz="1400" u="sng" strike="noStrike">
                          <a:effectLst/>
                        </a:rPr>
                        <a:t>Biological pathway </a:t>
                      </a:r>
                      <a:endParaRPr lang="en-IN" sz="1400" b="1" i="0" u="sng" strike="noStrike">
                        <a:solidFill>
                          <a:srgbClr val="203764"/>
                        </a:solidFill>
                        <a:effectLst/>
                        <a:latin typeface="Calibri" panose="020F0502020204030204" pitchFamily="34" charset="0"/>
                      </a:endParaRPr>
                    </a:p>
                  </a:txBody>
                  <a:tcPr marL="3330" marR="3330" marT="3330" marB="0" anchor="b"/>
                </a:tc>
                <a:tc>
                  <a:txBody>
                    <a:bodyPr/>
                    <a:lstStyle/>
                    <a:p>
                      <a:pPr algn="ctr" fontAlgn="b">
                        <a:buNone/>
                      </a:pPr>
                      <a:r>
                        <a:rPr lang="en-IN" sz="1400" u="sng" strike="noStrike">
                          <a:effectLst/>
                        </a:rPr>
                        <a:t>Source </a:t>
                      </a:r>
                      <a:endParaRPr lang="en-IN" sz="1400" b="1" i="0" u="sng" strike="noStrike">
                        <a:solidFill>
                          <a:srgbClr val="203764"/>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1940188236"/>
                  </a:ext>
                </a:extLst>
              </a:tr>
              <a:tr h="472773">
                <a:tc>
                  <a:txBody>
                    <a:bodyPr/>
                    <a:lstStyle/>
                    <a:p>
                      <a:pPr algn="ctr" fontAlgn="b">
                        <a:buNone/>
                      </a:pPr>
                      <a:r>
                        <a:rPr lang="en-IN" sz="1000" u="none" strike="noStrike">
                          <a:effectLst/>
                        </a:rPr>
                        <a:t> BRCA1 DNA Repair Associated</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BRCA1</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Repairs DNA and suppresses tumors.</a:t>
                      </a:r>
                      <a:endParaRPr lang="en-IN" sz="900" b="0" i="0" u="none" strike="noStrike">
                        <a:solidFill>
                          <a:srgbClr val="305496"/>
                        </a:solidFill>
                        <a:effectLst/>
                        <a:latin typeface="Arial" panose="020B0604020202020204" pitchFamily="34" charset="0"/>
                      </a:endParaRPr>
                    </a:p>
                  </a:txBody>
                  <a:tcPr marL="3330" marR="3330" marT="3330" marB="0" anchor="b"/>
                </a:tc>
                <a:tc>
                  <a:txBody>
                    <a:bodyPr/>
                    <a:lstStyle/>
                    <a:p>
                      <a:pPr algn="l" fontAlgn="b">
                        <a:buNone/>
                      </a:pPr>
                      <a:r>
                        <a:rPr lang="en-IN" sz="900" u="none" strike="noStrike">
                          <a:effectLst/>
                        </a:rPr>
                        <a:t>BRCA1 repairs DNA; mutations increase cancer risk.</a:t>
                      </a:r>
                      <a:endParaRPr lang="en-IN" sz="900" b="0" i="0" u="none" strike="noStrike">
                        <a:solidFill>
                          <a:srgbClr val="305496"/>
                        </a:solidFill>
                        <a:effectLst/>
                        <a:latin typeface="Segoe UI" panose="020B0502040204020203" pitchFamily="34" charset="0"/>
                      </a:endParaRPr>
                    </a:p>
                  </a:txBody>
                  <a:tcPr marL="3330" marR="3330" marT="3330" marB="0" anchor="b"/>
                </a:tc>
                <a:tc>
                  <a:txBody>
                    <a:bodyPr/>
                    <a:lstStyle/>
                    <a:p>
                      <a:pPr algn="l" fontAlgn="b">
                        <a:buNone/>
                      </a:pPr>
                      <a:r>
                        <a:rPr lang="en-IN" sz="900" u="none" strike="noStrike">
                          <a:effectLst/>
                        </a:rPr>
                        <a:t>Homologous recombination repair</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4067585859"/>
                  </a:ext>
                </a:extLst>
              </a:tr>
              <a:tr h="472773">
                <a:tc>
                  <a:txBody>
                    <a:bodyPr/>
                    <a:lstStyle/>
                    <a:p>
                      <a:pPr algn="ctr" fontAlgn="b">
                        <a:buNone/>
                      </a:pPr>
                      <a:r>
                        <a:rPr lang="en-IN" sz="1000" u="none" strike="noStrike">
                          <a:effectLst/>
                        </a:rPr>
                        <a:t>BRCA2 DNA Repair Associated</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BRCA2</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DNA repair and tumor suppression gene.</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BRCA2 repairs DNA; mutations raise breast cancer risk</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Homologous recombination repair</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1353647732"/>
                  </a:ext>
                </a:extLst>
              </a:tr>
              <a:tr h="524701">
                <a:tc>
                  <a:txBody>
                    <a:bodyPr/>
                    <a:lstStyle/>
                    <a:p>
                      <a:pPr algn="ctr" fontAlgn="b">
                        <a:buNone/>
                      </a:pPr>
                      <a:r>
                        <a:rPr lang="en-IN" sz="1000" u="none" strike="noStrike">
                          <a:effectLst/>
                        </a:rPr>
                        <a:t>Phosphatase And Tensin Homolog</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PTEN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Regulates cell growth and survival.</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PTEN suppresses tumors; loss promotes breast cancer</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PI3K–AKT pathway inhibition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125748720"/>
                  </a:ext>
                </a:extLst>
              </a:tr>
              <a:tr h="524701">
                <a:tc>
                  <a:txBody>
                    <a:bodyPr/>
                    <a:lstStyle/>
                    <a:p>
                      <a:pPr algn="ctr" fontAlgn="b">
                        <a:buNone/>
                      </a:pPr>
                      <a:r>
                        <a:rPr lang="en-IN" sz="1000" u="none" strike="noStrike">
                          <a:effectLst/>
                        </a:rPr>
                        <a:t>Erb-B2 Receptor Tyrosine Kinase 2</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dirty="0">
                          <a:effectLst/>
                        </a:rPr>
                        <a:t>ERBB2</a:t>
                      </a:r>
                      <a:endParaRPr lang="en-IN" sz="900" b="0" i="0" u="none" strike="noStrike" dirty="0">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Promotes cell growth and division.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ERBB2 overexpression drives aggressive breast cancer</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HER2 signaling pathway</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3903949040"/>
                  </a:ext>
                </a:extLst>
              </a:tr>
              <a:tr h="706455">
                <a:tc>
                  <a:txBody>
                    <a:bodyPr/>
                    <a:lstStyle/>
                    <a:p>
                      <a:pPr algn="ctr" fontAlgn="b">
                        <a:buNone/>
                      </a:pPr>
                      <a:r>
                        <a:rPr lang="en-IN" sz="1000" u="none" strike="noStrike">
                          <a:effectLst/>
                        </a:rPr>
                        <a:t>Estrogen Receptor 1</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ESR1</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Mediates estrogen signaling and transcription.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ESR1 drives estrogen-dependent breast cancer growth</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Estrogen receptor signaling</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1883765767"/>
                  </a:ext>
                </a:extLst>
              </a:tr>
              <a:tr h="472773">
                <a:tc>
                  <a:txBody>
                    <a:bodyPr/>
                    <a:lstStyle/>
                    <a:p>
                      <a:pPr algn="ctr" fontAlgn="b">
                        <a:buNone/>
                      </a:pPr>
                      <a:r>
                        <a:rPr lang="en-IN" sz="1000" u="none" strike="noStrike">
                          <a:effectLst/>
                        </a:rPr>
                        <a:t>Tumor Protein P53</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TP53</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Controls cell cycle and apoptosis.</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TP53 mutations drive aggressive breast cancer</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DNA damage response</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2371274270"/>
                  </a:ext>
                </a:extLst>
              </a:tr>
              <a:tr h="784349">
                <a:tc>
                  <a:txBody>
                    <a:bodyPr/>
                    <a:lstStyle/>
                    <a:p>
                      <a:pPr algn="ctr" fontAlgn="b">
                        <a:buNone/>
                      </a:pPr>
                      <a:r>
                        <a:rPr lang="en-IN" sz="1000" u="none" strike="noStrike">
                          <a:effectLst/>
                        </a:rPr>
                        <a:t>Phosphatidylinositol-4,5-Bisphosphate 3-Kinase Catalytic Subunit Alpha</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PIK3CA</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Activates cell growth and survival</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PIK3CA mutations drive breast cancer growth</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PI3K–AKT signaling</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2951599991"/>
                  </a:ext>
                </a:extLst>
              </a:tr>
              <a:tr h="472773">
                <a:tc>
                  <a:txBody>
                    <a:bodyPr/>
                    <a:lstStyle/>
                    <a:p>
                      <a:pPr algn="ctr" fontAlgn="b">
                        <a:buNone/>
                      </a:pPr>
                      <a:r>
                        <a:rPr lang="en-IN" sz="1000" u="none" strike="noStrike">
                          <a:effectLst/>
                        </a:rPr>
                        <a:t>Checkpoint Kinase 2</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CHEK2</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Triggers DNA damage checkpoint response.</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CHEK2 mutations increase breast cancer risk</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ctr">
                        <a:buNone/>
                      </a:pPr>
                      <a:r>
                        <a:rPr lang="en-IN" sz="900" u="none" strike="noStrike">
                          <a:effectLst/>
                        </a:rPr>
                        <a:t>DNA damage checkpoint</a:t>
                      </a:r>
                      <a:endParaRPr lang="en-IN" sz="900" b="0" i="0" u="none" strike="noStrike">
                        <a:solidFill>
                          <a:srgbClr val="305496"/>
                        </a:solidFill>
                        <a:effectLst/>
                        <a:latin typeface="Calibri" panose="020F0502020204030204" pitchFamily="34" charset="0"/>
                      </a:endParaRPr>
                    </a:p>
                  </a:txBody>
                  <a:tcPr marL="3330" marR="3330" marT="3330" marB="0" anchor="ctr"/>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2109453154"/>
                  </a:ext>
                </a:extLst>
              </a:tr>
              <a:tr h="472773">
                <a:tc>
                  <a:txBody>
                    <a:bodyPr/>
                    <a:lstStyle/>
                    <a:p>
                      <a:pPr algn="ctr" fontAlgn="b">
                        <a:buNone/>
                      </a:pPr>
                      <a:r>
                        <a:rPr lang="en-IN" sz="1000" u="none" strike="noStrike">
                          <a:effectLst/>
                        </a:rPr>
                        <a:t>AKT Serine/Threonine Kinase 1</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AKT1</a:t>
                      </a:r>
                      <a:endParaRPr lang="en-IN" sz="900" b="0" i="0" u="none" strike="noStrike">
                        <a:solidFill>
                          <a:srgbClr val="305496"/>
                        </a:solidFill>
                        <a:effectLst/>
                        <a:latin typeface="Segoe UI" panose="020B0502040204020203" pitchFamily="34" charset="0"/>
                      </a:endParaRPr>
                    </a:p>
                  </a:txBody>
                  <a:tcPr marL="3330" marR="3330" marT="3330" marB="0" anchor="b"/>
                </a:tc>
                <a:tc>
                  <a:txBody>
                    <a:bodyPr/>
                    <a:lstStyle/>
                    <a:p>
                      <a:pPr algn="l" fontAlgn="b">
                        <a:buNone/>
                      </a:pPr>
                      <a:r>
                        <a:rPr lang="en-IN" sz="900" u="none" strike="noStrike">
                          <a:effectLst/>
                        </a:rPr>
                        <a:t>Promotes cell survival and growth.</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AKT1 mutations promote breast cancer growth</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PI3K–AKT signaling</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GeneCards, PubMed</a:t>
                      </a:r>
                      <a:endParaRPr lang="en-IN" sz="900" b="0" i="0" u="none" strike="noStrike">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2598345118"/>
                  </a:ext>
                </a:extLst>
              </a:tr>
              <a:tr h="524701">
                <a:tc>
                  <a:txBody>
                    <a:bodyPr/>
                    <a:lstStyle/>
                    <a:p>
                      <a:pPr algn="l" fontAlgn="b">
                        <a:buNone/>
                      </a:pPr>
                      <a:r>
                        <a:rPr lang="en-IN" sz="1000" u="none" strike="noStrike">
                          <a:effectLst/>
                        </a:rPr>
                        <a:t>Cyclin Dependent Kinase Inhibitor 2A</a:t>
                      </a:r>
                      <a:endParaRPr lang="en-IN" sz="1000" b="1" i="0" u="none" strike="noStrike">
                        <a:solidFill>
                          <a:srgbClr val="305496"/>
                        </a:solidFill>
                        <a:effectLst/>
                        <a:latin typeface="Segoe UI" panose="020B0502040204020203" pitchFamily="34" charset="0"/>
                      </a:endParaRPr>
                    </a:p>
                  </a:txBody>
                  <a:tcPr marL="3330" marR="3330" marT="3330" marB="0" anchor="b"/>
                </a:tc>
                <a:tc>
                  <a:txBody>
                    <a:bodyPr/>
                    <a:lstStyle/>
                    <a:p>
                      <a:pPr algn="ctr" fontAlgn="b">
                        <a:buNone/>
                      </a:pPr>
                      <a:r>
                        <a:rPr lang="en-IN" sz="900" u="none" strike="noStrike">
                          <a:effectLst/>
                        </a:rPr>
                        <a:t>CDKN2A</a:t>
                      </a:r>
                      <a:endParaRPr lang="en-IN" sz="900" b="0" i="0" u="none" strike="noStrike">
                        <a:solidFill>
                          <a:srgbClr val="305496"/>
                        </a:solidFill>
                        <a:effectLst/>
                        <a:latin typeface="Segoe UI" panose="020B0502040204020203" pitchFamily="34" charset="0"/>
                      </a:endParaRPr>
                    </a:p>
                  </a:txBody>
                  <a:tcPr marL="3330" marR="3330" marT="3330" marB="0" anchor="b"/>
                </a:tc>
                <a:tc>
                  <a:txBody>
                    <a:bodyPr/>
                    <a:lstStyle/>
                    <a:p>
                      <a:pPr algn="l" fontAlgn="b">
                        <a:buNone/>
                      </a:pPr>
                      <a:r>
                        <a:rPr lang="en-IN" sz="900" u="none" strike="noStrike">
                          <a:effectLst/>
                        </a:rPr>
                        <a:t>Inhibits cell cycle progression.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Loss promotes uncontrolled breast cancer cell growth.</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a:effectLst/>
                        </a:rPr>
                        <a:t>Cell cycle regulation</a:t>
                      </a:r>
                      <a:endParaRPr lang="en-IN" sz="900" b="0" i="0" u="none" strike="noStrike">
                        <a:solidFill>
                          <a:srgbClr val="305496"/>
                        </a:solidFill>
                        <a:effectLst/>
                        <a:latin typeface="Calibri" panose="020F0502020204030204" pitchFamily="34" charset="0"/>
                      </a:endParaRPr>
                    </a:p>
                  </a:txBody>
                  <a:tcPr marL="3330" marR="3330" marT="3330" marB="0" anchor="b"/>
                </a:tc>
                <a:tc>
                  <a:txBody>
                    <a:bodyPr/>
                    <a:lstStyle/>
                    <a:p>
                      <a:pPr algn="l" fontAlgn="b">
                        <a:buNone/>
                      </a:pPr>
                      <a:r>
                        <a:rPr lang="en-IN" sz="900" u="none" strike="noStrike" dirty="0" err="1">
                          <a:effectLst/>
                        </a:rPr>
                        <a:t>GeneCards</a:t>
                      </a:r>
                      <a:r>
                        <a:rPr lang="en-IN" sz="900" u="none" strike="noStrike" dirty="0">
                          <a:effectLst/>
                        </a:rPr>
                        <a:t>, PubMed</a:t>
                      </a:r>
                      <a:endParaRPr lang="en-IN" sz="900" b="0" i="0" u="none" strike="noStrike" dirty="0">
                        <a:solidFill>
                          <a:srgbClr val="305496"/>
                        </a:solidFill>
                        <a:effectLst/>
                        <a:latin typeface="Calibri" panose="020F0502020204030204" pitchFamily="34" charset="0"/>
                      </a:endParaRPr>
                    </a:p>
                  </a:txBody>
                  <a:tcPr marL="3330" marR="3330" marT="3330" marB="0" anchor="b"/>
                </a:tc>
                <a:extLst>
                  <a:ext uri="{0D108BD9-81ED-4DB2-BD59-A6C34878D82A}">
                    <a16:rowId xmlns:a16="http://schemas.microsoft.com/office/drawing/2014/main" val="1876675242"/>
                  </a:ext>
                </a:extLst>
              </a:tr>
            </a:tbl>
          </a:graphicData>
        </a:graphic>
      </p:graphicFrame>
    </p:spTree>
    <p:extLst>
      <p:ext uri="{BB962C8B-B14F-4D97-AF65-F5344CB8AC3E}">
        <p14:creationId xmlns:p14="http://schemas.microsoft.com/office/powerpoint/2010/main" val="3632894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A2E3-2B89-8CA6-25AF-40F6D94D9F97}"/>
              </a:ext>
            </a:extLst>
          </p:cNvPr>
          <p:cNvSpPr>
            <a:spLocks noGrp="1"/>
          </p:cNvSpPr>
          <p:nvPr>
            <p:ph type="title"/>
          </p:nvPr>
        </p:nvSpPr>
        <p:spPr>
          <a:xfrm>
            <a:off x="486821" y="0"/>
            <a:ext cx="10890929" cy="1121229"/>
          </a:xfrm>
        </p:spPr>
        <p:txBody>
          <a:bodyPr>
            <a:noAutofit/>
          </a:bodyPr>
          <a:lstStyle/>
          <a:p>
            <a:pPr algn="ctr"/>
            <a:r>
              <a:rPr lang="en-IN" sz="7200" u="sng" dirty="0">
                <a:solidFill>
                  <a:schemeClr val="accent1">
                    <a:lumMod val="50000"/>
                  </a:schemeClr>
                </a:solidFill>
                <a:latin typeface="Aharoni" panose="02010803020104030203" pitchFamily="2" charset="-79"/>
                <a:cs typeface="Aharoni" panose="02010803020104030203" pitchFamily="2" charset="-79"/>
              </a:rPr>
              <a:t>CHART</a:t>
            </a:r>
          </a:p>
        </p:txBody>
      </p:sp>
      <p:graphicFrame>
        <p:nvGraphicFramePr>
          <p:cNvPr id="7" name="Table 6">
            <a:extLst>
              <a:ext uri="{FF2B5EF4-FFF2-40B4-BE49-F238E27FC236}">
                <a16:creationId xmlns:a16="http://schemas.microsoft.com/office/drawing/2014/main" id="{58CD94DD-1BE5-A7CB-7B6B-AC7490A7318E}"/>
              </a:ext>
            </a:extLst>
          </p:cNvPr>
          <p:cNvGraphicFramePr>
            <a:graphicFrameLocks noGrp="1"/>
          </p:cNvGraphicFramePr>
          <p:nvPr>
            <p:extLst>
              <p:ext uri="{D42A27DB-BD31-4B8C-83A1-F6EECF244321}">
                <p14:modId xmlns:p14="http://schemas.microsoft.com/office/powerpoint/2010/main" val="3125912751"/>
              </p:ext>
            </p:extLst>
          </p:nvPr>
        </p:nvGraphicFramePr>
        <p:xfrm>
          <a:off x="3842657" y="1121229"/>
          <a:ext cx="7688943" cy="2743200"/>
        </p:xfrm>
        <a:graphic>
          <a:graphicData uri="http://schemas.openxmlformats.org/drawingml/2006/table">
            <a:tbl>
              <a:tblPr/>
              <a:tblGrid>
                <a:gridCol w="2562981">
                  <a:extLst>
                    <a:ext uri="{9D8B030D-6E8A-4147-A177-3AD203B41FA5}">
                      <a16:colId xmlns:a16="http://schemas.microsoft.com/office/drawing/2014/main" val="410833165"/>
                    </a:ext>
                  </a:extLst>
                </a:gridCol>
                <a:gridCol w="2562981">
                  <a:extLst>
                    <a:ext uri="{9D8B030D-6E8A-4147-A177-3AD203B41FA5}">
                      <a16:colId xmlns:a16="http://schemas.microsoft.com/office/drawing/2014/main" val="551589364"/>
                    </a:ext>
                  </a:extLst>
                </a:gridCol>
                <a:gridCol w="2562981">
                  <a:extLst>
                    <a:ext uri="{9D8B030D-6E8A-4147-A177-3AD203B41FA5}">
                      <a16:colId xmlns:a16="http://schemas.microsoft.com/office/drawing/2014/main" val="4187495182"/>
                    </a:ext>
                  </a:extLst>
                </a:gridCol>
              </a:tblGrid>
              <a:tr h="0">
                <a:tc>
                  <a:txBody>
                    <a:bodyPr/>
                    <a:lstStyle/>
                    <a:p>
                      <a:pPr>
                        <a:buNone/>
                      </a:pPr>
                      <a:r>
                        <a:rPr lang="en-IN"/>
                        <a:t>Pathway category</a:t>
                      </a:r>
                    </a:p>
                  </a:txBody>
                  <a:tcPr anchor="ctr">
                    <a:lnL>
                      <a:noFill/>
                    </a:lnL>
                    <a:lnR>
                      <a:noFill/>
                    </a:lnR>
                    <a:lnT>
                      <a:noFill/>
                    </a:lnT>
                    <a:lnB>
                      <a:noFill/>
                    </a:lnB>
                    <a:noFill/>
                  </a:tcPr>
                </a:tc>
                <a:tc>
                  <a:txBody>
                    <a:bodyPr/>
                    <a:lstStyle/>
                    <a:p>
                      <a:pPr>
                        <a:buNone/>
                      </a:pPr>
                      <a:r>
                        <a:rPr lang="en-IN"/>
                        <a:t>Genes</a:t>
                      </a:r>
                    </a:p>
                  </a:txBody>
                  <a:tcPr anchor="ctr">
                    <a:lnL>
                      <a:noFill/>
                    </a:lnL>
                    <a:lnR>
                      <a:noFill/>
                    </a:lnR>
                    <a:lnT>
                      <a:noFill/>
                    </a:lnT>
                    <a:lnB>
                      <a:noFill/>
                    </a:lnB>
                    <a:noFill/>
                  </a:tcPr>
                </a:tc>
                <a:tc>
                  <a:txBody>
                    <a:bodyPr/>
                    <a:lstStyle/>
                    <a:p>
                      <a:pPr>
                        <a:buNone/>
                      </a:pPr>
                      <a:r>
                        <a:rPr lang="en-IN" dirty="0"/>
                        <a:t>Count</a:t>
                      </a:r>
                    </a:p>
                  </a:txBody>
                  <a:tcPr anchor="ctr">
                    <a:lnL>
                      <a:noFill/>
                    </a:lnL>
                    <a:lnR>
                      <a:noFill/>
                    </a:lnR>
                    <a:lnT>
                      <a:noFill/>
                    </a:lnT>
                    <a:lnB>
                      <a:noFill/>
                    </a:lnB>
                    <a:noFill/>
                  </a:tcPr>
                </a:tc>
                <a:extLst>
                  <a:ext uri="{0D108BD9-81ED-4DB2-BD59-A6C34878D82A}">
                    <a16:rowId xmlns:a16="http://schemas.microsoft.com/office/drawing/2014/main" val="645190832"/>
                  </a:ext>
                </a:extLst>
              </a:tr>
              <a:tr h="0">
                <a:tc>
                  <a:txBody>
                    <a:bodyPr/>
                    <a:lstStyle/>
                    <a:p>
                      <a:pPr>
                        <a:buNone/>
                      </a:pPr>
                      <a:r>
                        <a:rPr lang="en-IN"/>
                        <a:t>DNA repair/checkpoint</a:t>
                      </a:r>
                    </a:p>
                  </a:txBody>
                  <a:tcPr anchor="ctr">
                    <a:lnL>
                      <a:noFill/>
                    </a:lnL>
                    <a:lnR>
                      <a:noFill/>
                    </a:lnR>
                    <a:lnT>
                      <a:noFill/>
                    </a:lnT>
                    <a:lnB>
                      <a:noFill/>
                    </a:lnB>
                    <a:noFill/>
                  </a:tcPr>
                </a:tc>
                <a:tc>
                  <a:txBody>
                    <a:bodyPr/>
                    <a:lstStyle/>
                    <a:p>
                      <a:pPr>
                        <a:buNone/>
                      </a:pPr>
                      <a:r>
                        <a:rPr lang="en-IN"/>
                        <a:t>BRCA1, BRCA2, TP53, CHEK2</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extLst>
                  <a:ext uri="{0D108BD9-81ED-4DB2-BD59-A6C34878D82A}">
                    <a16:rowId xmlns:a16="http://schemas.microsoft.com/office/drawing/2014/main" val="1240068982"/>
                  </a:ext>
                </a:extLst>
              </a:tr>
              <a:tr h="0">
                <a:tc>
                  <a:txBody>
                    <a:bodyPr/>
                    <a:lstStyle/>
                    <a:p>
                      <a:pPr>
                        <a:buNone/>
                      </a:pPr>
                      <a:r>
                        <a:rPr lang="en-IN"/>
                        <a:t>PI3K–AKT signaling</a:t>
                      </a:r>
                    </a:p>
                  </a:txBody>
                  <a:tcPr anchor="ctr">
                    <a:lnL>
                      <a:noFill/>
                    </a:lnL>
                    <a:lnR>
                      <a:noFill/>
                    </a:lnR>
                    <a:lnT>
                      <a:noFill/>
                    </a:lnT>
                    <a:lnB>
                      <a:noFill/>
                    </a:lnB>
                    <a:noFill/>
                  </a:tcPr>
                </a:tc>
                <a:tc>
                  <a:txBody>
                    <a:bodyPr/>
                    <a:lstStyle/>
                    <a:p>
                      <a:pPr>
                        <a:buNone/>
                      </a:pPr>
                      <a:r>
                        <a:rPr lang="en-IN" dirty="0"/>
                        <a:t>PTEN, PIK3CA, AKT1</a:t>
                      </a:r>
                    </a:p>
                  </a:txBody>
                  <a:tcPr anchor="ctr">
                    <a:lnL>
                      <a:noFill/>
                    </a:lnL>
                    <a:lnR>
                      <a:noFill/>
                    </a:lnR>
                    <a:lnT>
                      <a:noFill/>
                    </a:lnT>
                    <a:lnB>
                      <a:noFill/>
                    </a:lnB>
                    <a:noFill/>
                  </a:tcPr>
                </a:tc>
                <a:tc>
                  <a:txBody>
                    <a:bodyPr/>
                    <a:lstStyle/>
                    <a:p>
                      <a:pPr>
                        <a:buNone/>
                      </a:pPr>
                      <a:r>
                        <a:rPr lang="en-IN" dirty="0"/>
                        <a:t>3</a:t>
                      </a:r>
                    </a:p>
                  </a:txBody>
                  <a:tcPr anchor="ctr">
                    <a:lnL>
                      <a:noFill/>
                    </a:lnL>
                    <a:lnR>
                      <a:noFill/>
                    </a:lnR>
                    <a:lnT>
                      <a:noFill/>
                    </a:lnT>
                    <a:lnB>
                      <a:noFill/>
                    </a:lnB>
                    <a:noFill/>
                  </a:tcPr>
                </a:tc>
                <a:extLst>
                  <a:ext uri="{0D108BD9-81ED-4DB2-BD59-A6C34878D82A}">
                    <a16:rowId xmlns:a16="http://schemas.microsoft.com/office/drawing/2014/main" val="2113780839"/>
                  </a:ext>
                </a:extLst>
              </a:tr>
              <a:tr h="0">
                <a:tc>
                  <a:txBody>
                    <a:bodyPr/>
                    <a:lstStyle/>
                    <a:p>
                      <a:pPr>
                        <a:buNone/>
                      </a:pPr>
                      <a:r>
                        <a:rPr lang="en-IN" dirty="0"/>
                        <a:t>HER2 </a:t>
                      </a:r>
                      <a:r>
                        <a:rPr lang="en-IN" dirty="0" err="1"/>
                        <a:t>signaling</a:t>
                      </a:r>
                      <a:endParaRPr lang="en-IN" dirty="0"/>
                    </a:p>
                  </a:txBody>
                  <a:tcPr anchor="ctr">
                    <a:lnL>
                      <a:noFill/>
                    </a:lnL>
                    <a:lnR>
                      <a:noFill/>
                    </a:lnR>
                    <a:lnT>
                      <a:noFill/>
                    </a:lnT>
                    <a:lnB>
                      <a:noFill/>
                    </a:lnB>
                    <a:noFill/>
                  </a:tcPr>
                </a:tc>
                <a:tc>
                  <a:txBody>
                    <a:bodyPr/>
                    <a:lstStyle/>
                    <a:p>
                      <a:pPr>
                        <a:buNone/>
                      </a:pPr>
                      <a:r>
                        <a:rPr lang="en-IN"/>
                        <a:t>ERBB2</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38660944"/>
                  </a:ext>
                </a:extLst>
              </a:tr>
              <a:tr h="0">
                <a:tc>
                  <a:txBody>
                    <a:bodyPr/>
                    <a:lstStyle/>
                    <a:p>
                      <a:pPr>
                        <a:buNone/>
                      </a:pPr>
                      <a:r>
                        <a:rPr lang="en-IN"/>
                        <a:t>Estrogen receptor signaling</a:t>
                      </a:r>
                    </a:p>
                  </a:txBody>
                  <a:tcPr anchor="ctr">
                    <a:lnL>
                      <a:noFill/>
                    </a:lnL>
                    <a:lnR>
                      <a:noFill/>
                    </a:lnR>
                    <a:lnT>
                      <a:noFill/>
                    </a:lnT>
                    <a:lnB>
                      <a:noFill/>
                    </a:lnB>
                    <a:noFill/>
                  </a:tcPr>
                </a:tc>
                <a:tc>
                  <a:txBody>
                    <a:bodyPr/>
                    <a:lstStyle/>
                    <a:p>
                      <a:pPr>
                        <a:buNone/>
                      </a:pPr>
                      <a:r>
                        <a:rPr lang="en-IN" dirty="0"/>
                        <a:t>ESR1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2138159875"/>
                  </a:ext>
                </a:extLst>
              </a:tr>
              <a:tr h="0">
                <a:tc>
                  <a:txBody>
                    <a:bodyPr/>
                    <a:lstStyle/>
                    <a:p>
                      <a:pPr>
                        <a:buNone/>
                      </a:pPr>
                      <a:r>
                        <a:rPr lang="en-IN"/>
                        <a:t>Cell-cycle regulation</a:t>
                      </a:r>
                    </a:p>
                  </a:txBody>
                  <a:tcPr anchor="ctr">
                    <a:lnL>
                      <a:noFill/>
                    </a:lnL>
                    <a:lnR>
                      <a:noFill/>
                    </a:lnR>
                    <a:lnT>
                      <a:noFill/>
                    </a:lnT>
                    <a:lnB>
                      <a:noFill/>
                    </a:lnB>
                    <a:noFill/>
                  </a:tcPr>
                </a:tc>
                <a:tc>
                  <a:txBody>
                    <a:bodyPr/>
                    <a:lstStyle/>
                    <a:p>
                      <a:pPr>
                        <a:buNone/>
                      </a:pPr>
                      <a:r>
                        <a:rPr lang="en-IN"/>
                        <a:t>CDKN2A</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882333086"/>
                  </a:ext>
                </a:extLst>
              </a:tr>
            </a:tbl>
          </a:graphicData>
        </a:graphic>
      </p:graphicFrame>
      <p:pic>
        <p:nvPicPr>
          <p:cNvPr id="15" name="Picture 14">
            <a:extLst>
              <a:ext uri="{FF2B5EF4-FFF2-40B4-BE49-F238E27FC236}">
                <a16:creationId xmlns:a16="http://schemas.microsoft.com/office/drawing/2014/main" id="{3C6DA2AC-AD99-E41F-A5D8-E5CCA9B744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143" y="1121228"/>
            <a:ext cx="11669485" cy="5736771"/>
          </a:xfrm>
          <a:prstGeom prst="rect">
            <a:avLst/>
          </a:prstGeom>
        </p:spPr>
      </p:pic>
    </p:spTree>
    <p:extLst>
      <p:ext uri="{BB962C8B-B14F-4D97-AF65-F5344CB8AC3E}">
        <p14:creationId xmlns:p14="http://schemas.microsoft.com/office/powerpoint/2010/main" val="3467108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F3B9-6310-6355-C3C4-645E316E60D0}"/>
              </a:ext>
            </a:extLst>
          </p:cNvPr>
          <p:cNvSpPr>
            <a:spLocks noGrp="1"/>
          </p:cNvSpPr>
          <p:nvPr>
            <p:ph type="title"/>
          </p:nvPr>
        </p:nvSpPr>
        <p:spPr>
          <a:xfrm>
            <a:off x="391887" y="380999"/>
            <a:ext cx="11139122" cy="2144487"/>
          </a:xfrm>
        </p:spPr>
        <p:txBody>
          <a:bodyPr>
            <a:noAutofit/>
          </a:bodyPr>
          <a:lstStyle/>
          <a:p>
            <a:r>
              <a:rPr lang="en-IN" sz="4800" u="sng" dirty="0">
                <a:solidFill>
                  <a:schemeClr val="accent1">
                    <a:lumMod val="50000"/>
                  </a:schemeClr>
                </a:solidFill>
                <a:latin typeface="Aharoni" panose="02010803020104030203" pitchFamily="2" charset="-79"/>
                <a:cs typeface="Aharoni" panose="02010803020104030203" pitchFamily="2" charset="-79"/>
              </a:rPr>
              <a:t>PROTEIN INTERACTION NETWORK</a:t>
            </a:r>
            <a:br>
              <a:rPr lang="en-IN" sz="1800" dirty="0">
                <a:solidFill>
                  <a:schemeClr val="accent1">
                    <a:lumMod val="50000"/>
                  </a:schemeClr>
                </a:solidFill>
                <a:latin typeface="Brush Script MT" panose="03060802040406070304" pitchFamily="66" charset="0"/>
              </a:rPr>
            </a:br>
            <a:r>
              <a:rPr lang="en-IN" sz="2400" dirty="0">
                <a:solidFill>
                  <a:schemeClr val="accent1">
                    <a:lumMod val="50000"/>
                  </a:schemeClr>
                </a:solidFill>
              </a:rPr>
              <a:t>STRING analysis revealed strong interactions among TP53, BRCA1, BRCA2 and PTEN, indicating their central role in maintaining genomic stability.</a:t>
            </a:r>
            <a:br>
              <a:rPr lang="en-IN" sz="2400" dirty="0">
                <a:solidFill>
                  <a:schemeClr val="accent1">
                    <a:lumMod val="50000"/>
                  </a:schemeClr>
                </a:solidFill>
              </a:rPr>
            </a:br>
            <a:r>
              <a:rPr lang="en-IN" sz="2400" dirty="0">
                <a:solidFill>
                  <a:schemeClr val="accent1">
                    <a:lumMod val="50000"/>
                  </a:schemeClr>
                </a:solidFill>
              </a:rPr>
              <a:t>The protein interaction network revealed strong connectivity among the selected genes, indicating that breast cancer results from disruptions in multiple interconnected biological processes rather than a single gene defect.</a:t>
            </a:r>
            <a:endParaRPr lang="en-IN" sz="2400" dirty="0">
              <a:solidFill>
                <a:schemeClr val="accent1">
                  <a:lumMod val="50000"/>
                </a:schemeClr>
              </a:solidFill>
              <a:latin typeface="Brush Script MT" panose="03060802040406070304" pitchFamily="66" charset="0"/>
            </a:endParaRPr>
          </a:p>
        </p:txBody>
      </p:sp>
      <p:pic>
        <p:nvPicPr>
          <p:cNvPr id="8" name="Content Placeholder 7">
            <a:extLst>
              <a:ext uri="{FF2B5EF4-FFF2-40B4-BE49-F238E27FC236}">
                <a16:creationId xmlns:a16="http://schemas.microsoft.com/office/drawing/2014/main" id="{16A7EE2E-6292-F90A-BC5E-E0851F7E2B6F}"/>
              </a:ext>
            </a:extLst>
          </p:cNvPr>
          <p:cNvPicPr>
            <a:picLocks noGrp="1" noChangeAspect="1"/>
          </p:cNvPicPr>
          <p:nvPr>
            <p:ph idx="1"/>
          </p:nvPr>
        </p:nvPicPr>
        <p:blipFill>
          <a:blip r:embed="rId2"/>
          <a:stretch>
            <a:fillRect/>
          </a:stretch>
        </p:blipFill>
        <p:spPr>
          <a:xfrm>
            <a:off x="-337457" y="2525486"/>
            <a:ext cx="12529458" cy="4332514"/>
          </a:xfrm>
          <a:prstGeom prst="rect">
            <a:avLst/>
          </a:prstGeom>
        </p:spPr>
      </p:pic>
    </p:spTree>
    <p:extLst>
      <p:ext uri="{BB962C8B-B14F-4D97-AF65-F5344CB8AC3E}">
        <p14:creationId xmlns:p14="http://schemas.microsoft.com/office/powerpoint/2010/main" val="1281495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4388-BEF3-B9A1-5F11-E617E6A52851}"/>
              </a:ext>
            </a:extLst>
          </p:cNvPr>
          <p:cNvSpPr>
            <a:spLocks noGrp="1"/>
          </p:cNvSpPr>
          <p:nvPr>
            <p:ph type="title"/>
          </p:nvPr>
        </p:nvSpPr>
        <p:spPr>
          <a:xfrm>
            <a:off x="650535" y="1121228"/>
            <a:ext cx="10890929" cy="5622471"/>
          </a:xfrm>
        </p:spPr>
        <p:txBody>
          <a:bodyPr>
            <a:normAutofit fontScale="90000"/>
          </a:bodyPr>
          <a:lstStyle/>
          <a:p>
            <a:r>
              <a:rPr lang="en-IN" sz="6000" u="sng" dirty="0">
                <a:solidFill>
                  <a:schemeClr val="accent1">
                    <a:lumMod val="50000"/>
                  </a:schemeClr>
                </a:solidFill>
                <a:latin typeface="Aharoni" panose="02010803020104030203" pitchFamily="2" charset="-79"/>
                <a:cs typeface="Aharoni" panose="02010803020104030203" pitchFamily="2" charset="-79"/>
              </a:rPr>
              <a:t>GENE EXPRESSION ANALYSIS</a:t>
            </a:r>
            <a:br>
              <a:rPr lang="en-IN" sz="6000" dirty="0">
                <a:solidFill>
                  <a:schemeClr val="tx2">
                    <a:lumMod val="90000"/>
                    <a:lumOff val="10000"/>
                  </a:schemeClr>
                </a:solidFill>
                <a:latin typeface="Brush Script MT" panose="03060802040406070304" pitchFamily="66" charset="0"/>
              </a:rPr>
            </a:br>
            <a:r>
              <a:rPr lang="en-IN" sz="2700" i="1" dirty="0">
                <a:solidFill>
                  <a:schemeClr val="accent1">
                    <a:lumMod val="50000"/>
                  </a:schemeClr>
                </a:solidFill>
              </a:rPr>
              <a:t>Expression profiles of TP53, ERBB2, and ESR1 were compared between </a:t>
            </a:r>
            <a:r>
              <a:rPr lang="en-IN" sz="2700" i="1" dirty="0" err="1">
                <a:solidFill>
                  <a:schemeClr val="accent1">
                    <a:lumMod val="50000"/>
                  </a:schemeClr>
                </a:solidFill>
              </a:rPr>
              <a:t>tumor</a:t>
            </a:r>
            <a:r>
              <a:rPr lang="en-IN" sz="2700" i="1" dirty="0">
                <a:solidFill>
                  <a:schemeClr val="accent1">
                    <a:lumMod val="50000"/>
                  </a:schemeClr>
                </a:solidFill>
              </a:rPr>
              <a:t> and normal breast tissues.</a:t>
            </a:r>
            <a:br>
              <a:rPr lang="en-IN" sz="2700" dirty="0">
                <a:solidFill>
                  <a:schemeClr val="accent1">
                    <a:lumMod val="50000"/>
                  </a:schemeClr>
                </a:solidFill>
              </a:rPr>
            </a:br>
            <a:r>
              <a:rPr lang="en-IN" sz="2700" dirty="0">
                <a:solidFill>
                  <a:schemeClr val="accent1">
                    <a:lumMod val="50000"/>
                  </a:schemeClr>
                </a:solidFill>
              </a:rPr>
              <a:t>TP53 | ERBB2 | ESR1</a:t>
            </a:r>
            <a:br>
              <a:rPr lang="en-IN" sz="2700" dirty="0">
                <a:solidFill>
                  <a:schemeClr val="accent1">
                    <a:lumMod val="50000"/>
                  </a:schemeClr>
                </a:solidFill>
              </a:rPr>
            </a:br>
            <a:r>
              <a:rPr lang="en-IN" sz="2700" dirty="0">
                <a:solidFill>
                  <a:schemeClr val="accent1">
                    <a:lumMod val="50000"/>
                  </a:schemeClr>
                </a:solidFill>
              </a:rPr>
              <a:t>(three enlarged plots)</a:t>
            </a:r>
            <a:br>
              <a:rPr lang="en-IN" sz="2700" dirty="0">
                <a:solidFill>
                  <a:schemeClr val="accent1">
                    <a:lumMod val="50000"/>
                  </a:schemeClr>
                </a:solidFill>
              </a:rPr>
            </a:br>
            <a:r>
              <a:rPr lang="en-IN" sz="2700" dirty="0">
                <a:solidFill>
                  <a:schemeClr val="accent1">
                    <a:lumMod val="50000"/>
                  </a:schemeClr>
                </a:solidFill>
              </a:rPr>
              <a:t>Legend: 🟥 </a:t>
            </a:r>
            <a:r>
              <a:rPr lang="en-IN" sz="2700" dirty="0" err="1">
                <a:solidFill>
                  <a:schemeClr val="accent1">
                    <a:lumMod val="50000"/>
                  </a:schemeClr>
                </a:solidFill>
              </a:rPr>
              <a:t>Tumor</a:t>
            </a:r>
            <a:r>
              <a:rPr lang="en-IN" sz="2700" dirty="0">
                <a:solidFill>
                  <a:schemeClr val="accent1">
                    <a:lumMod val="50000"/>
                  </a:schemeClr>
                </a:solidFill>
              </a:rPr>
              <a:t> | 🟦 Normal</a:t>
            </a:r>
            <a:br>
              <a:rPr lang="en-IN" sz="2700" dirty="0">
                <a:solidFill>
                  <a:schemeClr val="accent1">
                    <a:lumMod val="50000"/>
                  </a:schemeClr>
                </a:solidFill>
              </a:rPr>
            </a:br>
            <a:r>
              <a:rPr lang="en-IN" sz="2700" dirty="0">
                <a:solidFill>
                  <a:schemeClr val="accent1">
                    <a:lumMod val="50000"/>
                  </a:schemeClr>
                </a:solidFill>
              </a:rPr>
              <a:t>Key finding: Significant differential expression was observed between </a:t>
            </a:r>
            <a:r>
              <a:rPr lang="en-IN" sz="2700" dirty="0" err="1">
                <a:solidFill>
                  <a:schemeClr val="accent1">
                    <a:lumMod val="50000"/>
                  </a:schemeClr>
                </a:solidFill>
              </a:rPr>
              <a:t>tumor</a:t>
            </a:r>
            <a:r>
              <a:rPr lang="en-IN" sz="2700" dirty="0">
                <a:solidFill>
                  <a:schemeClr val="accent1">
                    <a:lumMod val="50000"/>
                  </a:schemeClr>
                </a:solidFill>
              </a:rPr>
              <a:t> and normal tissues (*p &lt; 0.05). </a:t>
            </a:r>
            <a:br>
              <a:rPr lang="en-IN" sz="2700" dirty="0">
                <a:solidFill>
                  <a:schemeClr val="accent1">
                    <a:lumMod val="50000"/>
                  </a:schemeClr>
                </a:solidFill>
              </a:rPr>
            </a:br>
            <a:r>
              <a:rPr lang="en-IN" sz="2700" i="1" u="sng" dirty="0">
                <a:solidFill>
                  <a:schemeClr val="accent1">
                    <a:lumMod val="50000"/>
                  </a:schemeClr>
                </a:solidFill>
              </a:rPr>
              <a:t>TP53</a:t>
            </a:r>
            <a:br>
              <a:rPr lang="en-IN" sz="2700" dirty="0">
                <a:solidFill>
                  <a:schemeClr val="accent1">
                    <a:lumMod val="50000"/>
                  </a:schemeClr>
                </a:solidFill>
              </a:rPr>
            </a:br>
            <a:r>
              <a:rPr lang="en-IN" sz="2700" dirty="0">
                <a:solidFill>
                  <a:schemeClr val="accent1">
                    <a:lumMod val="50000"/>
                  </a:schemeClr>
                </a:solidFill>
              </a:rPr>
              <a:t>Altered TP53 expression indicates disruption of normal cell-cycle control and DNA damage response mechanisms in breast cancer.</a:t>
            </a:r>
            <a:br>
              <a:rPr lang="en-IN" sz="2700" dirty="0">
                <a:solidFill>
                  <a:schemeClr val="accent1">
                    <a:lumMod val="50000"/>
                  </a:schemeClr>
                </a:solidFill>
              </a:rPr>
            </a:br>
            <a:r>
              <a:rPr lang="en-IN" sz="2700" i="1" u="sng" dirty="0">
                <a:solidFill>
                  <a:schemeClr val="accent1">
                    <a:lumMod val="50000"/>
                  </a:schemeClr>
                </a:solidFill>
              </a:rPr>
              <a:t>ERBB2</a:t>
            </a:r>
            <a:br>
              <a:rPr lang="en-IN" sz="2700" dirty="0">
                <a:solidFill>
                  <a:schemeClr val="accent1">
                    <a:lumMod val="50000"/>
                  </a:schemeClr>
                </a:solidFill>
              </a:rPr>
            </a:br>
            <a:r>
              <a:rPr lang="en-IN" sz="2700" dirty="0" err="1">
                <a:solidFill>
                  <a:schemeClr val="accent1">
                    <a:lumMod val="50000"/>
                  </a:schemeClr>
                </a:solidFill>
              </a:rPr>
              <a:t>ERBB2</a:t>
            </a:r>
            <a:r>
              <a:rPr lang="en-IN" sz="2700" dirty="0">
                <a:solidFill>
                  <a:schemeClr val="accent1">
                    <a:lumMod val="50000"/>
                  </a:schemeClr>
                </a:solidFill>
              </a:rPr>
              <a:t> showed higher expression in breast cancer tissues compared to normal tissues, suggesting its role in promoting </a:t>
            </a:r>
            <a:r>
              <a:rPr lang="en-IN" sz="2700" dirty="0" err="1">
                <a:solidFill>
                  <a:schemeClr val="accent1">
                    <a:lumMod val="50000"/>
                  </a:schemeClr>
                </a:solidFill>
              </a:rPr>
              <a:t>tumor</a:t>
            </a:r>
            <a:r>
              <a:rPr lang="en-IN" sz="2700" dirty="0">
                <a:solidFill>
                  <a:schemeClr val="accent1">
                    <a:lumMod val="50000"/>
                  </a:schemeClr>
                </a:solidFill>
              </a:rPr>
              <a:t> growth and progression.</a:t>
            </a:r>
            <a:br>
              <a:rPr lang="en-IN" sz="2700" dirty="0">
                <a:solidFill>
                  <a:schemeClr val="accent1">
                    <a:lumMod val="50000"/>
                  </a:schemeClr>
                </a:solidFill>
              </a:rPr>
            </a:br>
            <a:r>
              <a:rPr lang="en-IN" sz="2700" i="1" u="sng" dirty="0">
                <a:solidFill>
                  <a:schemeClr val="accent1">
                    <a:lumMod val="50000"/>
                  </a:schemeClr>
                </a:solidFill>
              </a:rPr>
              <a:t>ESR1</a:t>
            </a:r>
            <a:br>
              <a:rPr lang="en-IN" sz="2700" dirty="0">
                <a:solidFill>
                  <a:schemeClr val="accent1">
                    <a:lumMod val="50000"/>
                  </a:schemeClr>
                </a:solidFill>
              </a:rPr>
            </a:br>
            <a:r>
              <a:rPr lang="en-IN" sz="2700" dirty="0" err="1">
                <a:solidFill>
                  <a:schemeClr val="accent1">
                    <a:lumMod val="50000"/>
                  </a:schemeClr>
                </a:solidFill>
              </a:rPr>
              <a:t>ESR1</a:t>
            </a:r>
            <a:r>
              <a:rPr lang="en-IN" sz="2700" dirty="0">
                <a:solidFill>
                  <a:schemeClr val="accent1">
                    <a:lumMod val="50000"/>
                  </a:schemeClr>
                </a:solidFill>
              </a:rPr>
              <a:t> expression was observed in breast cancer samples, highlighting the importance of </a:t>
            </a:r>
            <a:r>
              <a:rPr lang="en-IN" sz="2700" dirty="0" err="1">
                <a:solidFill>
                  <a:schemeClr val="accent1">
                    <a:lumMod val="50000"/>
                  </a:schemeClr>
                </a:solidFill>
              </a:rPr>
              <a:t>estrogen</a:t>
            </a:r>
            <a:r>
              <a:rPr lang="en-IN" sz="2700" dirty="0">
                <a:solidFill>
                  <a:schemeClr val="accent1">
                    <a:lumMod val="50000"/>
                  </a:schemeClr>
                </a:solidFill>
              </a:rPr>
              <a:t> </a:t>
            </a:r>
            <a:r>
              <a:rPr lang="en-IN" sz="2700" dirty="0" err="1">
                <a:solidFill>
                  <a:schemeClr val="accent1">
                    <a:lumMod val="50000"/>
                  </a:schemeClr>
                </a:solidFill>
              </a:rPr>
              <a:t>signaling</a:t>
            </a:r>
            <a:r>
              <a:rPr lang="en-IN" sz="2700" dirty="0">
                <a:solidFill>
                  <a:schemeClr val="accent1">
                    <a:lumMod val="50000"/>
                  </a:schemeClr>
                </a:solidFill>
              </a:rPr>
              <a:t> in hormone-responsive breast cancer.</a:t>
            </a:r>
            <a:br>
              <a:rPr lang="en-IN" sz="2700" dirty="0">
                <a:solidFill>
                  <a:schemeClr val="accent1">
                    <a:lumMod val="50000"/>
                  </a:schemeClr>
                </a:solidFill>
              </a:rPr>
            </a:br>
            <a:br>
              <a:rPr lang="en-IN" sz="2700" dirty="0">
                <a:solidFill>
                  <a:schemeClr val="accent1">
                    <a:lumMod val="50000"/>
                  </a:schemeClr>
                </a:solidFill>
              </a:rPr>
            </a:br>
            <a:br>
              <a:rPr lang="en-IN" sz="1800" dirty="0">
                <a:solidFill>
                  <a:schemeClr val="accent1">
                    <a:lumMod val="50000"/>
                  </a:schemeClr>
                </a:solidFill>
              </a:rPr>
            </a:br>
            <a:br>
              <a:rPr lang="en-IN" sz="1800" dirty="0"/>
            </a:br>
            <a:endParaRPr lang="en-IN" sz="1800" dirty="0">
              <a:solidFill>
                <a:schemeClr val="tx2">
                  <a:lumMod val="90000"/>
                  <a:lumOff val="10000"/>
                </a:schemeClr>
              </a:solidFill>
              <a:latin typeface="Brush Script MT" panose="03060802040406070304" pitchFamily="66" charset="0"/>
            </a:endParaRPr>
          </a:p>
        </p:txBody>
      </p:sp>
      <p:sp>
        <p:nvSpPr>
          <p:cNvPr id="4" name="Content Placeholder 3">
            <a:extLst>
              <a:ext uri="{FF2B5EF4-FFF2-40B4-BE49-F238E27FC236}">
                <a16:creationId xmlns:a16="http://schemas.microsoft.com/office/drawing/2014/main" id="{29D2F28C-C8ED-F9A5-67E6-BFF697222166}"/>
              </a:ext>
            </a:extLst>
          </p:cNvPr>
          <p:cNvSpPr>
            <a:spLocks noGrp="1"/>
          </p:cNvSpPr>
          <p:nvPr>
            <p:ph idx="1"/>
          </p:nvPr>
        </p:nvSpPr>
        <p:spPr>
          <a:xfrm>
            <a:off x="640080" y="6858000"/>
            <a:ext cx="10890928" cy="293914"/>
          </a:xfrm>
        </p:spPr>
        <p:txBody>
          <a:bodyPr>
            <a:normAutofit fontScale="55000" lnSpcReduction="20000"/>
          </a:bodyPr>
          <a:lstStyle/>
          <a:p>
            <a:endParaRPr lang="en-IN" dirty="0"/>
          </a:p>
        </p:txBody>
      </p:sp>
    </p:spTree>
    <p:extLst>
      <p:ext uri="{BB962C8B-B14F-4D97-AF65-F5344CB8AC3E}">
        <p14:creationId xmlns:p14="http://schemas.microsoft.com/office/powerpoint/2010/main" val="3638480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0">
            <a:extLst>
              <a:ext uri="{FF2B5EF4-FFF2-40B4-BE49-F238E27FC236}">
                <a16:creationId xmlns:a16="http://schemas.microsoft.com/office/drawing/2014/main" id="{1F7CA6B6-3323-D2B1-4464-C589202A5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13657"/>
            <a:ext cx="4103913" cy="6444345"/>
          </a:xfrm>
          <a:prstGeom prst="rect">
            <a:avLst/>
          </a:prstGeom>
        </p:spPr>
      </p:pic>
      <p:pic>
        <p:nvPicPr>
          <p:cNvPr id="3" name="Picture 2">
            <a:extLst>
              <a:ext uri="{FF2B5EF4-FFF2-40B4-BE49-F238E27FC236}">
                <a16:creationId xmlns:a16="http://schemas.microsoft.com/office/drawing/2014/main" id="{49599D7F-E102-8B52-4AD5-78E199218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2917" y="413657"/>
            <a:ext cx="4365171" cy="6444343"/>
          </a:xfrm>
          <a:prstGeom prst="rect">
            <a:avLst/>
          </a:prstGeom>
        </p:spPr>
      </p:pic>
      <p:pic>
        <p:nvPicPr>
          <p:cNvPr id="4" name="Picture 3">
            <a:extLst>
              <a:ext uri="{FF2B5EF4-FFF2-40B4-BE49-F238E27FC236}">
                <a16:creationId xmlns:a16="http://schemas.microsoft.com/office/drawing/2014/main" id="{80A405E4-3832-3BE5-A3E1-0364415A7F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341" y="413657"/>
            <a:ext cx="4103913" cy="6444344"/>
          </a:xfrm>
          <a:prstGeom prst="rect">
            <a:avLst/>
          </a:prstGeom>
        </p:spPr>
      </p:pic>
      <p:sp>
        <p:nvSpPr>
          <p:cNvPr id="6" name="TextBox 5">
            <a:extLst>
              <a:ext uri="{FF2B5EF4-FFF2-40B4-BE49-F238E27FC236}">
                <a16:creationId xmlns:a16="http://schemas.microsoft.com/office/drawing/2014/main" id="{0C4AA8FA-8013-C8FF-78B2-296D3967AC28}"/>
              </a:ext>
            </a:extLst>
          </p:cNvPr>
          <p:cNvSpPr txBox="1"/>
          <p:nvPr/>
        </p:nvSpPr>
        <p:spPr>
          <a:xfrm>
            <a:off x="1730830" y="109637"/>
            <a:ext cx="1045027" cy="369332"/>
          </a:xfrm>
          <a:prstGeom prst="rect">
            <a:avLst/>
          </a:prstGeom>
          <a:noFill/>
        </p:spPr>
        <p:txBody>
          <a:bodyPr wrap="square">
            <a:spAutoFit/>
          </a:bodyPr>
          <a:lstStyle/>
          <a:p>
            <a:r>
              <a:rPr lang="en-IN" dirty="0"/>
              <a:t>TP53</a:t>
            </a:r>
          </a:p>
        </p:txBody>
      </p:sp>
      <p:sp>
        <p:nvSpPr>
          <p:cNvPr id="8" name="TextBox 7">
            <a:extLst>
              <a:ext uri="{FF2B5EF4-FFF2-40B4-BE49-F238E27FC236}">
                <a16:creationId xmlns:a16="http://schemas.microsoft.com/office/drawing/2014/main" id="{8C968688-D1B7-B50F-FA3F-429B134D5B23}"/>
              </a:ext>
            </a:extLst>
          </p:cNvPr>
          <p:cNvSpPr txBox="1"/>
          <p:nvPr/>
        </p:nvSpPr>
        <p:spPr>
          <a:xfrm>
            <a:off x="5606143" y="87866"/>
            <a:ext cx="1045027" cy="369332"/>
          </a:xfrm>
          <a:prstGeom prst="rect">
            <a:avLst/>
          </a:prstGeom>
          <a:noFill/>
        </p:spPr>
        <p:txBody>
          <a:bodyPr wrap="square">
            <a:spAutoFit/>
          </a:bodyPr>
          <a:lstStyle/>
          <a:p>
            <a:r>
              <a:rPr lang="en-IN" dirty="0"/>
              <a:t>ERBB2</a:t>
            </a:r>
          </a:p>
        </p:txBody>
      </p:sp>
      <p:sp>
        <p:nvSpPr>
          <p:cNvPr id="10" name="TextBox 9">
            <a:extLst>
              <a:ext uri="{FF2B5EF4-FFF2-40B4-BE49-F238E27FC236}">
                <a16:creationId xmlns:a16="http://schemas.microsoft.com/office/drawing/2014/main" id="{077EAFF7-ACB0-E14F-040A-98BAE97FC076}"/>
              </a:ext>
            </a:extLst>
          </p:cNvPr>
          <p:cNvSpPr txBox="1"/>
          <p:nvPr/>
        </p:nvSpPr>
        <p:spPr>
          <a:xfrm>
            <a:off x="9720943" y="87865"/>
            <a:ext cx="925286" cy="369332"/>
          </a:xfrm>
          <a:prstGeom prst="rect">
            <a:avLst/>
          </a:prstGeom>
          <a:noFill/>
        </p:spPr>
        <p:txBody>
          <a:bodyPr wrap="square">
            <a:spAutoFit/>
          </a:bodyPr>
          <a:lstStyle/>
          <a:p>
            <a:r>
              <a:rPr lang="en-IN" dirty="0"/>
              <a:t>ESR1</a:t>
            </a:r>
          </a:p>
        </p:txBody>
      </p:sp>
    </p:spTree>
    <p:extLst>
      <p:ext uri="{BB962C8B-B14F-4D97-AF65-F5344CB8AC3E}">
        <p14:creationId xmlns:p14="http://schemas.microsoft.com/office/powerpoint/2010/main" val="2548584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C45C-F2DF-9ED3-7EA4-7D6CA16D6385}"/>
              </a:ext>
            </a:extLst>
          </p:cNvPr>
          <p:cNvSpPr>
            <a:spLocks noGrp="1"/>
          </p:cNvSpPr>
          <p:nvPr>
            <p:ph type="title"/>
          </p:nvPr>
        </p:nvSpPr>
        <p:spPr>
          <a:xfrm>
            <a:off x="640079" y="0"/>
            <a:ext cx="10890929" cy="2960914"/>
          </a:xfrm>
        </p:spPr>
        <p:txBody>
          <a:bodyPr>
            <a:normAutofit/>
          </a:bodyPr>
          <a:lstStyle/>
          <a:p>
            <a:pPr algn="ctr"/>
            <a:r>
              <a:rPr lang="en-IN" sz="6600" u="sng" dirty="0">
                <a:solidFill>
                  <a:schemeClr val="accent1">
                    <a:lumMod val="50000"/>
                  </a:schemeClr>
                </a:solidFill>
                <a:latin typeface="Aharoni" panose="02010803020104030203" pitchFamily="2" charset="-79"/>
                <a:cs typeface="Aharoni" panose="02010803020104030203" pitchFamily="2" charset="-79"/>
              </a:rPr>
              <a:t>SURVIVAL ANALYSIS </a:t>
            </a:r>
            <a:br>
              <a:rPr lang="en-IN" dirty="0"/>
            </a:br>
            <a:r>
              <a:rPr lang="en-IN" sz="2000" dirty="0">
                <a:solidFill>
                  <a:schemeClr val="accent1">
                    <a:lumMod val="50000"/>
                  </a:schemeClr>
                </a:solidFill>
              </a:rPr>
              <a:t>Kaplan–Meier survival analysis revealed that high ERBB2 expression was significantly associated with improved relapse-free survival in breast cancer patients (HR = 0.88, 95% CI: 0.79–0.97, log-rank P = 0.01).</a:t>
            </a:r>
            <a:br>
              <a:rPr lang="en-IN" sz="2000" dirty="0">
                <a:solidFill>
                  <a:schemeClr val="accent1">
                    <a:lumMod val="50000"/>
                  </a:schemeClr>
                </a:solidFill>
              </a:rPr>
            </a:br>
            <a:r>
              <a:rPr lang="en-IN" sz="2000" dirty="0">
                <a:solidFill>
                  <a:schemeClr val="accent1">
                    <a:lumMod val="50000"/>
                  </a:schemeClr>
                </a:solidFill>
              </a:rPr>
              <a:t>High ESR1 expression was significantly associated with improved relapse-free survival in breast cancer patients (HR = 0.64, 95% CI: 0.58–0.71, P &lt; 0.001).</a:t>
            </a:r>
          </a:p>
        </p:txBody>
      </p:sp>
      <p:pic>
        <p:nvPicPr>
          <p:cNvPr id="16" name="Content Placeholder 15">
            <a:extLst>
              <a:ext uri="{FF2B5EF4-FFF2-40B4-BE49-F238E27FC236}">
                <a16:creationId xmlns:a16="http://schemas.microsoft.com/office/drawing/2014/main" id="{C966568A-CD8E-2AEE-5D26-77FD01A6DC39}"/>
              </a:ext>
            </a:extLst>
          </p:cNvPr>
          <p:cNvPicPr>
            <a:picLocks noGrp="1" noChangeAspect="1"/>
          </p:cNvPicPr>
          <p:nvPr>
            <p:ph idx="1"/>
          </p:nvPr>
        </p:nvPicPr>
        <p:blipFill>
          <a:blip r:embed="rId2"/>
          <a:stretch>
            <a:fillRect/>
          </a:stretch>
        </p:blipFill>
        <p:spPr>
          <a:xfrm>
            <a:off x="130629" y="2841171"/>
            <a:ext cx="5965371" cy="4016827"/>
          </a:xfrm>
          <a:prstGeom prst="rect">
            <a:avLst/>
          </a:prstGeom>
        </p:spPr>
      </p:pic>
      <p:pic>
        <p:nvPicPr>
          <p:cNvPr id="7" name="Picture 6">
            <a:extLst>
              <a:ext uri="{FF2B5EF4-FFF2-40B4-BE49-F238E27FC236}">
                <a16:creationId xmlns:a16="http://schemas.microsoft.com/office/drawing/2014/main" id="{7A465AA7-B19E-12C4-1B26-3844DB2C8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9170" y="2841171"/>
            <a:ext cx="6302829" cy="4016827"/>
          </a:xfrm>
          <a:prstGeom prst="rect">
            <a:avLst/>
          </a:prstGeom>
        </p:spPr>
      </p:pic>
    </p:spTree>
    <p:extLst>
      <p:ext uri="{BB962C8B-B14F-4D97-AF65-F5344CB8AC3E}">
        <p14:creationId xmlns:p14="http://schemas.microsoft.com/office/powerpoint/2010/main" val="3376420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FF4A9-98B6-1AB2-FF7F-3C3C5DDA4A17}"/>
              </a:ext>
            </a:extLst>
          </p:cNvPr>
          <p:cNvSpPr>
            <a:spLocks noGrp="1"/>
          </p:cNvSpPr>
          <p:nvPr>
            <p:ph type="title"/>
          </p:nvPr>
        </p:nvSpPr>
        <p:spPr>
          <a:xfrm>
            <a:off x="0" y="2"/>
            <a:ext cx="12192000" cy="1045028"/>
          </a:xfrm>
        </p:spPr>
        <p:txBody>
          <a:bodyPr>
            <a:normAutofit fontScale="90000"/>
          </a:bodyPr>
          <a:lstStyle/>
          <a:p>
            <a:pPr algn="ctr"/>
            <a:r>
              <a:rPr lang="en-IN" sz="5400" u="sng" dirty="0">
                <a:solidFill>
                  <a:schemeClr val="accent1">
                    <a:lumMod val="50000"/>
                  </a:schemeClr>
                </a:solidFill>
                <a:latin typeface="Aharoni" panose="02010803020104030203" pitchFamily="2" charset="-79"/>
                <a:cs typeface="Aharoni" panose="02010803020104030203" pitchFamily="2" charset="-79"/>
              </a:rPr>
              <a:t>MOLECULAR PATHWAY(KEGG)</a:t>
            </a:r>
            <a:br>
              <a:rPr lang="en-IN" sz="5400" u="sng" dirty="0">
                <a:solidFill>
                  <a:schemeClr val="accent1">
                    <a:lumMod val="50000"/>
                  </a:schemeClr>
                </a:solidFill>
                <a:latin typeface="Aharoni" panose="02010803020104030203" pitchFamily="2" charset="-79"/>
                <a:cs typeface="Aharoni" panose="02010803020104030203" pitchFamily="2" charset="-79"/>
              </a:rPr>
            </a:br>
            <a:endParaRPr lang="en-IN" sz="2000" u="sng" dirty="0">
              <a:solidFill>
                <a:schemeClr val="accent1">
                  <a:lumMod val="50000"/>
                </a:schemeClr>
              </a:solidFill>
              <a:latin typeface="Aharoni" panose="02010803020104030203" pitchFamily="2" charset="-79"/>
              <a:cs typeface="Aharoni" panose="02010803020104030203" pitchFamily="2" charset="-79"/>
            </a:endParaRPr>
          </a:p>
        </p:txBody>
      </p:sp>
      <p:sp>
        <p:nvSpPr>
          <p:cNvPr id="6" name="Content Placeholder 5">
            <a:extLst>
              <a:ext uri="{FF2B5EF4-FFF2-40B4-BE49-F238E27FC236}">
                <a16:creationId xmlns:a16="http://schemas.microsoft.com/office/drawing/2014/main" id="{BD70CD31-2468-F184-3818-2CEFC8EFAFFC}"/>
              </a:ext>
            </a:extLst>
          </p:cNvPr>
          <p:cNvSpPr>
            <a:spLocks noGrp="1"/>
          </p:cNvSpPr>
          <p:nvPr>
            <p:ph idx="1"/>
          </p:nvPr>
        </p:nvSpPr>
        <p:spPr>
          <a:xfrm>
            <a:off x="838200" y="772886"/>
            <a:ext cx="10515600" cy="6085114"/>
          </a:xfrm>
        </p:spPr>
        <p:txBody>
          <a:bodyPr>
            <a:normAutofit/>
          </a:bodyPr>
          <a:lstStyle/>
          <a:p>
            <a:pPr marL="0" indent="0">
              <a:buNone/>
            </a:pPr>
            <a:r>
              <a:rPr lang="en-IN" dirty="0">
                <a:solidFill>
                  <a:schemeClr val="accent1">
                    <a:lumMod val="50000"/>
                  </a:schemeClr>
                </a:solidFill>
              </a:rPr>
              <a:t>KEGG pathway analysis demonstrated the involvement of breast cancer-associated genes in the PI3K-AKT </a:t>
            </a:r>
            <a:r>
              <a:rPr lang="en-IN" dirty="0" err="1">
                <a:solidFill>
                  <a:schemeClr val="accent1">
                    <a:lumMod val="50000"/>
                  </a:schemeClr>
                </a:solidFill>
              </a:rPr>
              <a:t>signaling</a:t>
            </a:r>
            <a:r>
              <a:rPr lang="en-IN" dirty="0">
                <a:solidFill>
                  <a:schemeClr val="accent1">
                    <a:lumMod val="50000"/>
                  </a:schemeClr>
                </a:solidFill>
              </a:rPr>
              <a:t> pathway, one of the most frequently altered pathways in human cancers. Genes such as </a:t>
            </a:r>
            <a:r>
              <a:rPr lang="en-IN" b="1" dirty="0">
                <a:solidFill>
                  <a:schemeClr val="accent1">
                    <a:lumMod val="50000"/>
                  </a:schemeClr>
                </a:solidFill>
              </a:rPr>
              <a:t>PIK3CA</a:t>
            </a:r>
            <a:r>
              <a:rPr lang="en-IN" dirty="0">
                <a:solidFill>
                  <a:schemeClr val="accent1">
                    <a:lumMod val="50000"/>
                  </a:schemeClr>
                </a:solidFill>
              </a:rPr>
              <a:t>, </a:t>
            </a:r>
            <a:r>
              <a:rPr lang="en-IN" b="1" dirty="0">
                <a:solidFill>
                  <a:schemeClr val="accent1">
                    <a:lumMod val="50000"/>
                  </a:schemeClr>
                </a:solidFill>
              </a:rPr>
              <a:t>AKT1</a:t>
            </a:r>
            <a:r>
              <a:rPr lang="en-IN" dirty="0">
                <a:solidFill>
                  <a:schemeClr val="accent1">
                    <a:lumMod val="50000"/>
                  </a:schemeClr>
                </a:solidFill>
              </a:rPr>
              <a:t>, and </a:t>
            </a:r>
            <a:r>
              <a:rPr lang="en-IN" b="1" dirty="0">
                <a:solidFill>
                  <a:schemeClr val="accent1">
                    <a:lumMod val="50000"/>
                  </a:schemeClr>
                </a:solidFill>
              </a:rPr>
              <a:t>PTEN</a:t>
            </a:r>
            <a:r>
              <a:rPr lang="en-IN" dirty="0">
                <a:solidFill>
                  <a:schemeClr val="accent1">
                    <a:lumMod val="50000"/>
                  </a:schemeClr>
                </a:solidFill>
              </a:rPr>
              <a:t> function as key regulators of cellular growth and survival </a:t>
            </a:r>
            <a:r>
              <a:rPr lang="en-IN" dirty="0" err="1">
                <a:solidFill>
                  <a:schemeClr val="accent1">
                    <a:lumMod val="50000"/>
                  </a:schemeClr>
                </a:solidFill>
              </a:rPr>
              <a:t>signaling</a:t>
            </a:r>
            <a:r>
              <a:rPr lang="en-IN" dirty="0">
                <a:solidFill>
                  <a:schemeClr val="accent1">
                    <a:lumMod val="50000"/>
                  </a:schemeClr>
                </a:solidFill>
              </a:rPr>
              <a:t>. Activation of PI3K leads to downstream activation of AKT, which promotes cell proliferation and inhibits programmed cell death. Conversely, PTEN acts as a negative regulator of this pathway and prevents excessive </a:t>
            </a:r>
            <a:r>
              <a:rPr lang="en-IN" dirty="0" err="1">
                <a:solidFill>
                  <a:schemeClr val="accent1">
                    <a:lumMod val="50000"/>
                  </a:schemeClr>
                </a:solidFill>
              </a:rPr>
              <a:t>signaling</a:t>
            </a:r>
            <a:r>
              <a:rPr lang="en-IN" dirty="0">
                <a:solidFill>
                  <a:schemeClr val="accent1">
                    <a:lumMod val="50000"/>
                  </a:schemeClr>
                </a:solidFill>
              </a:rPr>
              <a:t>. Genetic alterations affecting these components may disrupt normal cellular regulation, resulting in enhanced </a:t>
            </a:r>
            <a:r>
              <a:rPr lang="en-IN" dirty="0" err="1">
                <a:solidFill>
                  <a:schemeClr val="accent1">
                    <a:lumMod val="50000"/>
                  </a:schemeClr>
                </a:solidFill>
              </a:rPr>
              <a:t>tumor</a:t>
            </a:r>
            <a:r>
              <a:rPr lang="en-IN" dirty="0">
                <a:solidFill>
                  <a:schemeClr val="accent1">
                    <a:lumMod val="50000"/>
                  </a:schemeClr>
                </a:solidFill>
              </a:rPr>
              <a:t> growth, survival of malignant cells, and disease progression. These findings highlight the biological significance of the PI3K-AKT pathway as a potential therapeutic target in breast cancer.</a:t>
            </a:r>
          </a:p>
        </p:txBody>
      </p:sp>
    </p:spTree>
    <p:extLst>
      <p:ext uri="{BB962C8B-B14F-4D97-AF65-F5344CB8AC3E}">
        <p14:creationId xmlns:p14="http://schemas.microsoft.com/office/powerpoint/2010/main" val="4053872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D1CDA1B7-435A-9857-3DA2-1A7C97C1EC59}"/>
              </a:ext>
            </a:extLst>
          </p:cNvPr>
          <p:cNvPicPr>
            <a:picLocks noChangeAspect="1"/>
          </p:cNvPicPr>
          <p:nvPr/>
        </p:nvPicPr>
        <p:blipFill>
          <a:blip r:embed="rId2"/>
          <a:stretch>
            <a:fillRect/>
          </a:stretch>
        </p:blipFill>
        <p:spPr>
          <a:xfrm>
            <a:off x="0" y="0"/>
            <a:ext cx="12191999" cy="6858001"/>
          </a:xfrm>
          <a:prstGeom prst="rect">
            <a:avLst/>
          </a:prstGeom>
        </p:spPr>
      </p:pic>
    </p:spTree>
    <p:extLst>
      <p:ext uri="{BB962C8B-B14F-4D97-AF65-F5344CB8AC3E}">
        <p14:creationId xmlns:p14="http://schemas.microsoft.com/office/powerpoint/2010/main" val="3837239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1127-5803-6717-90EC-AF208167EFE0}"/>
              </a:ext>
            </a:extLst>
          </p:cNvPr>
          <p:cNvSpPr>
            <a:spLocks noGrp="1"/>
          </p:cNvSpPr>
          <p:nvPr>
            <p:ph type="title"/>
          </p:nvPr>
        </p:nvSpPr>
        <p:spPr>
          <a:xfrm>
            <a:off x="640079" y="97971"/>
            <a:ext cx="10890929" cy="1023258"/>
          </a:xfrm>
        </p:spPr>
        <p:txBody>
          <a:bodyPr>
            <a:noAutofit/>
          </a:bodyPr>
          <a:lstStyle/>
          <a:p>
            <a:pPr algn="ctr"/>
            <a:r>
              <a:rPr lang="en-IN" sz="7200" u="sng" dirty="0">
                <a:solidFill>
                  <a:schemeClr val="accent1">
                    <a:lumMod val="50000"/>
                  </a:schemeClr>
                </a:solidFill>
                <a:latin typeface="Aharoni" panose="02010803020104030203" pitchFamily="2" charset="-79"/>
                <a:cs typeface="Aharoni" panose="02010803020104030203" pitchFamily="2" charset="-79"/>
              </a:rPr>
              <a:t>KEY FINDINGS </a:t>
            </a:r>
          </a:p>
        </p:txBody>
      </p:sp>
      <p:sp>
        <p:nvSpPr>
          <p:cNvPr id="3" name="Content Placeholder 2">
            <a:extLst>
              <a:ext uri="{FF2B5EF4-FFF2-40B4-BE49-F238E27FC236}">
                <a16:creationId xmlns:a16="http://schemas.microsoft.com/office/drawing/2014/main" id="{4BF2F82F-6760-B585-9913-F7D486F93138}"/>
              </a:ext>
            </a:extLst>
          </p:cNvPr>
          <p:cNvSpPr>
            <a:spLocks noGrp="1"/>
          </p:cNvSpPr>
          <p:nvPr>
            <p:ph idx="1"/>
          </p:nvPr>
        </p:nvSpPr>
        <p:spPr>
          <a:xfrm>
            <a:off x="141515" y="1121229"/>
            <a:ext cx="12050485" cy="5551714"/>
          </a:xfrm>
        </p:spPr>
        <p:txBody>
          <a:bodyPr>
            <a:normAutofit/>
          </a:bodyPr>
          <a:lstStyle/>
          <a:p>
            <a:pPr marL="0" indent="0">
              <a:buNone/>
            </a:pPr>
            <a:r>
              <a:rPr lang="en-IN" dirty="0">
                <a:solidFill>
                  <a:schemeClr val="accent1">
                    <a:lumMod val="75000"/>
                  </a:schemeClr>
                </a:solidFill>
              </a:rPr>
              <a:t>✅ </a:t>
            </a:r>
            <a:r>
              <a:rPr lang="en-IN" dirty="0">
                <a:solidFill>
                  <a:schemeClr val="accent1">
                    <a:lumMod val="50000"/>
                  </a:schemeClr>
                </a:solidFill>
              </a:rPr>
              <a:t>Breast cancer is a multi-pathway disease.</a:t>
            </a:r>
          </a:p>
          <a:p>
            <a:pPr marL="0" indent="0">
              <a:buNone/>
            </a:pPr>
            <a:r>
              <a:rPr lang="en-IN" dirty="0">
                <a:solidFill>
                  <a:schemeClr val="accent1">
                    <a:lumMod val="50000"/>
                  </a:schemeClr>
                </a:solidFill>
              </a:rPr>
              <a:t>✅ DNA repair genes (BRCA1, BRCA2, TP53, CHEK2) are critical for genomic stability.</a:t>
            </a:r>
          </a:p>
          <a:p>
            <a:pPr marL="0" indent="0">
              <a:buNone/>
            </a:pPr>
            <a:r>
              <a:rPr lang="en-IN" dirty="0">
                <a:solidFill>
                  <a:schemeClr val="accent1">
                    <a:lumMod val="50000"/>
                  </a:schemeClr>
                </a:solidFill>
              </a:rPr>
              <a:t>✅ PI3K-AKT </a:t>
            </a:r>
            <a:r>
              <a:rPr lang="en-IN" dirty="0" err="1">
                <a:solidFill>
                  <a:schemeClr val="accent1">
                    <a:lumMod val="50000"/>
                  </a:schemeClr>
                </a:solidFill>
              </a:rPr>
              <a:t>signaling</a:t>
            </a:r>
            <a:r>
              <a:rPr lang="en-IN" dirty="0">
                <a:solidFill>
                  <a:schemeClr val="accent1">
                    <a:lumMod val="50000"/>
                  </a:schemeClr>
                </a:solidFill>
              </a:rPr>
              <a:t> plays a central role in </a:t>
            </a:r>
            <a:r>
              <a:rPr lang="en-IN" dirty="0" err="1">
                <a:solidFill>
                  <a:schemeClr val="accent1">
                    <a:lumMod val="50000"/>
                  </a:schemeClr>
                </a:solidFill>
              </a:rPr>
              <a:t>tumor</a:t>
            </a:r>
            <a:r>
              <a:rPr lang="en-IN" dirty="0">
                <a:solidFill>
                  <a:schemeClr val="accent1">
                    <a:lumMod val="50000"/>
                  </a:schemeClr>
                </a:solidFill>
              </a:rPr>
              <a:t> growth and survival.</a:t>
            </a:r>
          </a:p>
          <a:p>
            <a:pPr marL="0" indent="0">
              <a:buNone/>
            </a:pPr>
            <a:r>
              <a:rPr lang="en-IN" dirty="0">
                <a:solidFill>
                  <a:schemeClr val="accent1">
                    <a:lumMod val="50000"/>
                  </a:schemeClr>
                </a:solidFill>
              </a:rPr>
              <a:t>✅ Protein interaction analysis revealed highly interconnected gene networks.</a:t>
            </a:r>
          </a:p>
          <a:p>
            <a:pPr marL="0" indent="0">
              <a:buNone/>
            </a:pPr>
            <a:r>
              <a:rPr lang="en-IN" dirty="0">
                <a:solidFill>
                  <a:schemeClr val="accent1">
                    <a:lumMod val="50000"/>
                  </a:schemeClr>
                </a:solidFill>
              </a:rPr>
              <a:t>✅ ERBB2, ESR1, and TP53 showed potential clinical and prognostic significance.</a:t>
            </a:r>
          </a:p>
          <a:p>
            <a:pPr marL="0" indent="0">
              <a:buNone/>
            </a:pPr>
            <a:r>
              <a:rPr lang="en-IN" dirty="0">
                <a:solidFill>
                  <a:schemeClr val="accent1">
                    <a:lumMod val="50000"/>
                  </a:schemeClr>
                </a:solidFill>
              </a:rPr>
              <a:t>✅ Both </a:t>
            </a:r>
            <a:r>
              <a:rPr lang="en-IN" dirty="0" err="1">
                <a:solidFill>
                  <a:schemeClr val="accent1">
                    <a:lumMod val="50000"/>
                  </a:schemeClr>
                </a:solidFill>
              </a:rPr>
              <a:t>tumor</a:t>
            </a:r>
            <a:r>
              <a:rPr lang="en-IN" dirty="0">
                <a:solidFill>
                  <a:schemeClr val="accent1">
                    <a:lumMod val="50000"/>
                  </a:schemeClr>
                </a:solidFill>
              </a:rPr>
              <a:t> suppressor genes and oncogenes contribute to breast cancer progression.</a:t>
            </a:r>
          </a:p>
          <a:p>
            <a:pPr marL="0" indent="0">
              <a:buNone/>
            </a:pPr>
            <a:endParaRPr lang="en-IN" sz="2600" dirty="0">
              <a:solidFill>
                <a:schemeClr val="accent1">
                  <a:lumMod val="50000"/>
                </a:schemeClr>
              </a:solidFill>
            </a:endParaRPr>
          </a:p>
          <a:p>
            <a:pPr marL="0" indent="0">
              <a:buNone/>
            </a:pPr>
            <a:endParaRPr lang="en-IN" dirty="0"/>
          </a:p>
        </p:txBody>
      </p:sp>
    </p:spTree>
    <p:extLst>
      <p:ext uri="{BB962C8B-B14F-4D97-AF65-F5344CB8AC3E}">
        <p14:creationId xmlns:p14="http://schemas.microsoft.com/office/powerpoint/2010/main" val="2864751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99D96-8D66-312B-B900-814002340187}"/>
              </a:ext>
            </a:extLst>
          </p:cNvPr>
          <p:cNvSpPr>
            <a:spLocks noGrp="1"/>
          </p:cNvSpPr>
          <p:nvPr>
            <p:ph type="title"/>
          </p:nvPr>
        </p:nvSpPr>
        <p:spPr>
          <a:xfrm>
            <a:off x="291736" y="97970"/>
            <a:ext cx="11464835" cy="1349829"/>
          </a:xfrm>
        </p:spPr>
        <p:txBody>
          <a:bodyPr>
            <a:normAutofit/>
          </a:bodyPr>
          <a:lstStyle/>
          <a:p>
            <a:pPr algn="ctr"/>
            <a:r>
              <a:rPr lang="en-IN" sz="6000" u="sng" dirty="0">
                <a:solidFill>
                  <a:schemeClr val="accent1">
                    <a:lumMod val="50000"/>
                  </a:schemeClr>
                </a:solidFill>
                <a:latin typeface="Aharoni" panose="02010803020104030203" pitchFamily="2" charset="-79"/>
                <a:cs typeface="Aharoni" panose="02010803020104030203" pitchFamily="2" charset="-79"/>
              </a:rPr>
              <a:t>TOOLS USED AND REFERENCES </a:t>
            </a:r>
          </a:p>
        </p:txBody>
      </p:sp>
      <p:graphicFrame>
        <p:nvGraphicFramePr>
          <p:cNvPr id="4" name="Content Placeholder 3">
            <a:extLst>
              <a:ext uri="{FF2B5EF4-FFF2-40B4-BE49-F238E27FC236}">
                <a16:creationId xmlns:a16="http://schemas.microsoft.com/office/drawing/2014/main" id="{EE4FAA12-5777-5503-56F2-73703A5A9D42}"/>
              </a:ext>
            </a:extLst>
          </p:cNvPr>
          <p:cNvGraphicFramePr>
            <a:graphicFrameLocks noGrp="1"/>
          </p:cNvGraphicFramePr>
          <p:nvPr>
            <p:ph idx="1"/>
            <p:extLst>
              <p:ext uri="{D42A27DB-BD31-4B8C-83A1-F6EECF244321}">
                <p14:modId xmlns:p14="http://schemas.microsoft.com/office/powerpoint/2010/main" val="678552354"/>
              </p:ext>
            </p:extLst>
          </p:nvPr>
        </p:nvGraphicFramePr>
        <p:xfrm>
          <a:off x="291736" y="1328054"/>
          <a:ext cx="5140235" cy="4833258"/>
        </p:xfrm>
        <a:graphic>
          <a:graphicData uri="http://schemas.openxmlformats.org/drawingml/2006/table">
            <a:tbl>
              <a:tblPr/>
              <a:tblGrid>
                <a:gridCol w="2456726">
                  <a:extLst>
                    <a:ext uri="{9D8B030D-6E8A-4147-A177-3AD203B41FA5}">
                      <a16:colId xmlns:a16="http://schemas.microsoft.com/office/drawing/2014/main" val="1586568624"/>
                    </a:ext>
                  </a:extLst>
                </a:gridCol>
                <a:gridCol w="2683509">
                  <a:extLst>
                    <a:ext uri="{9D8B030D-6E8A-4147-A177-3AD203B41FA5}">
                      <a16:colId xmlns:a16="http://schemas.microsoft.com/office/drawing/2014/main" val="1267796285"/>
                    </a:ext>
                  </a:extLst>
                </a:gridCol>
              </a:tblGrid>
              <a:tr h="514176">
                <a:tc>
                  <a:txBody>
                    <a:bodyPr/>
                    <a:lstStyle/>
                    <a:p>
                      <a:pPr>
                        <a:buNone/>
                      </a:pPr>
                      <a:r>
                        <a:rPr lang="en-IN" sz="2400" b="1" i="1" u="sng" dirty="0">
                          <a:solidFill>
                            <a:schemeClr val="accent1">
                              <a:lumMod val="50000"/>
                            </a:schemeClr>
                          </a:solidFill>
                        </a:rPr>
                        <a:t>Tool</a:t>
                      </a:r>
                    </a:p>
                  </a:txBody>
                  <a:tcPr anchor="ctr">
                    <a:lnL>
                      <a:noFill/>
                    </a:lnL>
                    <a:lnR>
                      <a:noFill/>
                    </a:lnR>
                    <a:lnT>
                      <a:noFill/>
                    </a:lnT>
                    <a:lnB>
                      <a:noFill/>
                    </a:lnB>
                    <a:noFill/>
                  </a:tcPr>
                </a:tc>
                <a:tc>
                  <a:txBody>
                    <a:bodyPr/>
                    <a:lstStyle/>
                    <a:p>
                      <a:pPr>
                        <a:buNone/>
                      </a:pPr>
                      <a:r>
                        <a:rPr lang="en-IN" sz="2400" b="1" i="1" u="sng" dirty="0">
                          <a:solidFill>
                            <a:schemeClr val="accent1">
                              <a:lumMod val="50000"/>
                            </a:schemeClr>
                          </a:solidFill>
                        </a:rPr>
                        <a:t>Purpose</a:t>
                      </a:r>
                    </a:p>
                  </a:txBody>
                  <a:tcPr anchor="ctr">
                    <a:lnL>
                      <a:noFill/>
                    </a:lnL>
                    <a:lnR>
                      <a:noFill/>
                    </a:lnR>
                    <a:lnT>
                      <a:noFill/>
                    </a:lnT>
                    <a:lnB>
                      <a:noFill/>
                    </a:lnB>
                    <a:noFill/>
                  </a:tcPr>
                </a:tc>
                <a:extLst>
                  <a:ext uri="{0D108BD9-81ED-4DB2-BD59-A6C34878D82A}">
                    <a16:rowId xmlns:a16="http://schemas.microsoft.com/office/drawing/2014/main" val="1545015956"/>
                  </a:ext>
                </a:extLst>
              </a:tr>
              <a:tr h="514176">
                <a:tc>
                  <a:txBody>
                    <a:bodyPr/>
                    <a:lstStyle/>
                    <a:p>
                      <a:pPr>
                        <a:buNone/>
                      </a:pPr>
                      <a:r>
                        <a:rPr lang="en-IN" sz="2400" dirty="0">
                          <a:solidFill>
                            <a:schemeClr val="accent1">
                              <a:lumMod val="50000"/>
                            </a:schemeClr>
                          </a:solidFill>
                        </a:rPr>
                        <a:t>PubMed</a:t>
                      </a: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Literature search</a:t>
                      </a:r>
                    </a:p>
                  </a:txBody>
                  <a:tcPr anchor="ctr">
                    <a:lnL>
                      <a:noFill/>
                    </a:lnL>
                    <a:lnR>
                      <a:noFill/>
                    </a:lnR>
                    <a:lnT>
                      <a:noFill/>
                    </a:lnT>
                    <a:lnB>
                      <a:noFill/>
                    </a:lnB>
                    <a:noFill/>
                  </a:tcPr>
                </a:tc>
                <a:extLst>
                  <a:ext uri="{0D108BD9-81ED-4DB2-BD59-A6C34878D82A}">
                    <a16:rowId xmlns:a16="http://schemas.microsoft.com/office/drawing/2014/main" val="1179277703"/>
                  </a:ext>
                </a:extLst>
              </a:tr>
              <a:tr h="925518">
                <a:tc>
                  <a:txBody>
                    <a:bodyPr/>
                    <a:lstStyle/>
                    <a:p>
                      <a:pPr>
                        <a:buNone/>
                      </a:pPr>
                      <a:r>
                        <a:rPr lang="en-IN" sz="2400" dirty="0" err="1">
                          <a:solidFill>
                            <a:schemeClr val="accent1">
                              <a:lumMod val="50000"/>
                            </a:schemeClr>
                          </a:solidFill>
                        </a:rPr>
                        <a:t>GeneCards</a:t>
                      </a:r>
                      <a:endParaRPr lang="en-IN" sz="2400" dirty="0">
                        <a:solidFill>
                          <a:schemeClr val="accent1">
                            <a:lumMod val="50000"/>
                          </a:schemeClr>
                        </a:solidFill>
                      </a:endParaRP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Gene information</a:t>
                      </a:r>
                    </a:p>
                  </a:txBody>
                  <a:tcPr anchor="ctr">
                    <a:lnL>
                      <a:noFill/>
                    </a:lnL>
                    <a:lnR>
                      <a:noFill/>
                    </a:lnR>
                    <a:lnT>
                      <a:noFill/>
                    </a:lnT>
                    <a:lnB>
                      <a:noFill/>
                    </a:lnB>
                    <a:noFill/>
                  </a:tcPr>
                </a:tc>
                <a:extLst>
                  <a:ext uri="{0D108BD9-81ED-4DB2-BD59-A6C34878D82A}">
                    <a16:rowId xmlns:a16="http://schemas.microsoft.com/office/drawing/2014/main" val="3201637652"/>
                  </a:ext>
                </a:extLst>
              </a:tr>
              <a:tr h="925518">
                <a:tc>
                  <a:txBody>
                    <a:bodyPr/>
                    <a:lstStyle/>
                    <a:p>
                      <a:pPr>
                        <a:buNone/>
                      </a:pPr>
                      <a:r>
                        <a:rPr lang="en-IN" sz="2400">
                          <a:solidFill>
                            <a:schemeClr val="accent1">
                              <a:lumMod val="50000"/>
                            </a:schemeClr>
                          </a:solidFill>
                        </a:rPr>
                        <a:t>STRING</a:t>
                      </a: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Protein interaction</a:t>
                      </a:r>
                    </a:p>
                  </a:txBody>
                  <a:tcPr anchor="ctr">
                    <a:lnL>
                      <a:noFill/>
                    </a:lnL>
                    <a:lnR>
                      <a:noFill/>
                    </a:lnR>
                    <a:lnT>
                      <a:noFill/>
                    </a:lnT>
                    <a:lnB>
                      <a:noFill/>
                    </a:lnB>
                    <a:noFill/>
                  </a:tcPr>
                </a:tc>
                <a:extLst>
                  <a:ext uri="{0D108BD9-81ED-4DB2-BD59-A6C34878D82A}">
                    <a16:rowId xmlns:a16="http://schemas.microsoft.com/office/drawing/2014/main" val="1088235100"/>
                  </a:ext>
                </a:extLst>
              </a:tr>
              <a:tr h="514176">
                <a:tc>
                  <a:txBody>
                    <a:bodyPr/>
                    <a:lstStyle/>
                    <a:p>
                      <a:pPr>
                        <a:buNone/>
                      </a:pPr>
                      <a:r>
                        <a:rPr lang="en-IN" sz="2400">
                          <a:solidFill>
                            <a:schemeClr val="accent1">
                              <a:lumMod val="50000"/>
                            </a:schemeClr>
                          </a:solidFill>
                        </a:rPr>
                        <a:t>GEPIA2</a:t>
                      </a: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Gene expression</a:t>
                      </a:r>
                    </a:p>
                  </a:txBody>
                  <a:tcPr anchor="ctr">
                    <a:lnL>
                      <a:noFill/>
                    </a:lnL>
                    <a:lnR>
                      <a:noFill/>
                    </a:lnR>
                    <a:lnT>
                      <a:noFill/>
                    </a:lnT>
                    <a:lnB>
                      <a:noFill/>
                    </a:lnB>
                    <a:noFill/>
                  </a:tcPr>
                </a:tc>
                <a:extLst>
                  <a:ext uri="{0D108BD9-81ED-4DB2-BD59-A6C34878D82A}">
                    <a16:rowId xmlns:a16="http://schemas.microsoft.com/office/drawing/2014/main" val="4024309060"/>
                  </a:ext>
                </a:extLst>
              </a:tr>
              <a:tr h="925518">
                <a:tc>
                  <a:txBody>
                    <a:bodyPr/>
                    <a:lstStyle/>
                    <a:p>
                      <a:pPr>
                        <a:buNone/>
                      </a:pPr>
                      <a:r>
                        <a:rPr lang="en-IN" sz="2400">
                          <a:solidFill>
                            <a:schemeClr val="accent1">
                              <a:lumMod val="50000"/>
                            </a:schemeClr>
                          </a:solidFill>
                        </a:rPr>
                        <a:t>Kaplan-Meier Plotter</a:t>
                      </a: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Survival analysis</a:t>
                      </a:r>
                    </a:p>
                  </a:txBody>
                  <a:tcPr anchor="ctr">
                    <a:lnL>
                      <a:noFill/>
                    </a:lnL>
                    <a:lnR>
                      <a:noFill/>
                    </a:lnR>
                    <a:lnT>
                      <a:noFill/>
                    </a:lnT>
                    <a:lnB>
                      <a:noFill/>
                    </a:lnB>
                    <a:noFill/>
                  </a:tcPr>
                </a:tc>
                <a:extLst>
                  <a:ext uri="{0D108BD9-81ED-4DB2-BD59-A6C34878D82A}">
                    <a16:rowId xmlns:a16="http://schemas.microsoft.com/office/drawing/2014/main" val="777372164"/>
                  </a:ext>
                </a:extLst>
              </a:tr>
              <a:tr h="514176">
                <a:tc>
                  <a:txBody>
                    <a:bodyPr/>
                    <a:lstStyle/>
                    <a:p>
                      <a:pPr>
                        <a:buNone/>
                      </a:pPr>
                      <a:r>
                        <a:rPr lang="en-IN" sz="2400">
                          <a:solidFill>
                            <a:schemeClr val="accent1">
                              <a:lumMod val="50000"/>
                            </a:schemeClr>
                          </a:solidFill>
                        </a:rPr>
                        <a:t>KEGG</a:t>
                      </a:r>
                    </a:p>
                  </a:txBody>
                  <a:tcPr anchor="ctr">
                    <a:lnL>
                      <a:noFill/>
                    </a:lnL>
                    <a:lnR>
                      <a:noFill/>
                    </a:lnR>
                    <a:lnT>
                      <a:noFill/>
                    </a:lnT>
                    <a:lnB>
                      <a:noFill/>
                    </a:lnB>
                    <a:noFill/>
                  </a:tcPr>
                </a:tc>
                <a:tc>
                  <a:txBody>
                    <a:bodyPr/>
                    <a:lstStyle/>
                    <a:p>
                      <a:pPr>
                        <a:buNone/>
                      </a:pPr>
                      <a:r>
                        <a:rPr lang="en-IN" sz="2400" dirty="0">
                          <a:solidFill>
                            <a:schemeClr val="accent1">
                              <a:lumMod val="50000"/>
                            </a:schemeClr>
                          </a:solidFill>
                        </a:rPr>
                        <a:t>Pathway analysis</a:t>
                      </a:r>
                    </a:p>
                  </a:txBody>
                  <a:tcPr anchor="ctr">
                    <a:lnL>
                      <a:noFill/>
                    </a:lnL>
                    <a:lnR>
                      <a:noFill/>
                    </a:lnR>
                    <a:lnT>
                      <a:noFill/>
                    </a:lnT>
                    <a:lnB>
                      <a:noFill/>
                    </a:lnB>
                    <a:noFill/>
                  </a:tcPr>
                </a:tc>
                <a:extLst>
                  <a:ext uri="{0D108BD9-81ED-4DB2-BD59-A6C34878D82A}">
                    <a16:rowId xmlns:a16="http://schemas.microsoft.com/office/drawing/2014/main" val="3995575871"/>
                  </a:ext>
                </a:extLst>
              </a:tr>
            </a:tbl>
          </a:graphicData>
        </a:graphic>
      </p:graphicFrame>
      <p:sp>
        <p:nvSpPr>
          <p:cNvPr id="8" name="TextBox 7">
            <a:extLst>
              <a:ext uri="{FF2B5EF4-FFF2-40B4-BE49-F238E27FC236}">
                <a16:creationId xmlns:a16="http://schemas.microsoft.com/office/drawing/2014/main" id="{CFC7CEA6-C6F8-D353-6FB6-568127896E3F}"/>
              </a:ext>
            </a:extLst>
          </p:cNvPr>
          <p:cNvSpPr txBox="1"/>
          <p:nvPr/>
        </p:nvSpPr>
        <p:spPr>
          <a:xfrm>
            <a:off x="7609115" y="2090172"/>
            <a:ext cx="6096000" cy="2677656"/>
          </a:xfrm>
          <a:prstGeom prst="rect">
            <a:avLst/>
          </a:prstGeom>
          <a:noFill/>
        </p:spPr>
        <p:txBody>
          <a:bodyPr wrap="square">
            <a:spAutoFit/>
          </a:bodyPr>
          <a:lstStyle/>
          <a:p>
            <a:pPr>
              <a:buNone/>
            </a:pPr>
            <a:r>
              <a:rPr lang="en-IN" sz="2400" b="1" i="1" u="sng" dirty="0">
                <a:solidFill>
                  <a:schemeClr val="accent1">
                    <a:lumMod val="50000"/>
                  </a:schemeClr>
                </a:solidFill>
              </a:rPr>
              <a:t>References</a:t>
            </a:r>
          </a:p>
          <a:p>
            <a:pPr>
              <a:buFont typeface="Arial" panose="020B0604020202020204" pitchFamily="34" charset="0"/>
              <a:buChar char="•"/>
            </a:pPr>
            <a:r>
              <a:rPr lang="en-IN" sz="2400" dirty="0">
                <a:solidFill>
                  <a:schemeClr val="accent1">
                    <a:lumMod val="50000"/>
                  </a:schemeClr>
                </a:solidFill>
              </a:rPr>
              <a:t>PubMed </a:t>
            </a:r>
          </a:p>
          <a:p>
            <a:pPr>
              <a:buFont typeface="Arial" panose="020B0604020202020204" pitchFamily="34" charset="0"/>
              <a:buChar char="•"/>
            </a:pPr>
            <a:r>
              <a:rPr lang="en-IN" sz="2400" dirty="0" err="1">
                <a:solidFill>
                  <a:schemeClr val="accent1">
                    <a:lumMod val="50000"/>
                  </a:schemeClr>
                </a:solidFill>
              </a:rPr>
              <a:t>GeneCards</a:t>
            </a:r>
            <a:r>
              <a:rPr lang="en-IN" sz="2400" dirty="0">
                <a:solidFill>
                  <a:schemeClr val="accent1">
                    <a:lumMod val="50000"/>
                  </a:schemeClr>
                </a:solidFill>
              </a:rPr>
              <a:t> </a:t>
            </a:r>
          </a:p>
          <a:p>
            <a:pPr>
              <a:buFont typeface="Arial" panose="020B0604020202020204" pitchFamily="34" charset="0"/>
              <a:buChar char="•"/>
            </a:pPr>
            <a:r>
              <a:rPr lang="en-IN" sz="2400" dirty="0">
                <a:solidFill>
                  <a:schemeClr val="accent1">
                    <a:lumMod val="50000"/>
                  </a:schemeClr>
                </a:solidFill>
              </a:rPr>
              <a:t>STRING </a:t>
            </a:r>
          </a:p>
          <a:p>
            <a:pPr>
              <a:buFont typeface="Arial" panose="020B0604020202020204" pitchFamily="34" charset="0"/>
              <a:buChar char="•"/>
            </a:pPr>
            <a:r>
              <a:rPr lang="en-IN" sz="2400" dirty="0">
                <a:solidFill>
                  <a:schemeClr val="accent1">
                    <a:lumMod val="50000"/>
                  </a:schemeClr>
                </a:solidFill>
              </a:rPr>
              <a:t>GEPIA2 </a:t>
            </a:r>
          </a:p>
          <a:p>
            <a:pPr>
              <a:buFont typeface="Arial" panose="020B0604020202020204" pitchFamily="34" charset="0"/>
              <a:buChar char="•"/>
            </a:pPr>
            <a:r>
              <a:rPr lang="en-IN" sz="2400" dirty="0">
                <a:solidFill>
                  <a:schemeClr val="accent1">
                    <a:lumMod val="50000"/>
                  </a:schemeClr>
                </a:solidFill>
              </a:rPr>
              <a:t>Kaplan-Meier Plotter </a:t>
            </a:r>
          </a:p>
          <a:p>
            <a:pPr>
              <a:buFont typeface="Arial" panose="020B0604020202020204" pitchFamily="34" charset="0"/>
              <a:buChar char="•"/>
            </a:pPr>
            <a:r>
              <a:rPr lang="en-IN" sz="2400" dirty="0">
                <a:solidFill>
                  <a:schemeClr val="accent1">
                    <a:lumMod val="50000"/>
                  </a:schemeClr>
                </a:solidFill>
              </a:rPr>
              <a:t>KEGG</a:t>
            </a:r>
          </a:p>
        </p:txBody>
      </p:sp>
    </p:spTree>
    <p:extLst>
      <p:ext uri="{BB962C8B-B14F-4D97-AF65-F5344CB8AC3E}">
        <p14:creationId xmlns:p14="http://schemas.microsoft.com/office/powerpoint/2010/main" val="2233116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750</TotalTime>
  <Words>1140</Words>
  <Application>Microsoft Office PowerPoint</Application>
  <PresentationFormat>Widescreen</PresentationFormat>
  <Paragraphs>156</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Aharoni</vt:lpstr>
      <vt:lpstr>Arial</vt:lpstr>
      <vt:lpstr>Brush Script MT</vt:lpstr>
      <vt:lpstr>Calibri</vt:lpstr>
      <vt:lpstr>Calibri Light</vt:lpstr>
      <vt:lpstr>Segoe UI</vt:lpstr>
      <vt:lpstr>Office Theme</vt:lpstr>
      <vt:lpstr>Integrative Bioinformatics Analysis of Breast Cancer: Gene Signatures, Molecular Pathways and Prognostic Insights</vt:lpstr>
      <vt:lpstr>WHAT IS BREAST CANCER?</vt:lpstr>
      <vt:lpstr>METHODOLOGY</vt:lpstr>
      <vt:lpstr>GENE TABLE </vt:lpstr>
      <vt:lpstr>CHART</vt:lpstr>
      <vt:lpstr>PROTEIN INTERACTION NETWORK STRING analysis revealed strong interactions among TP53, BRCA1, BRCA2 and PTEN, indicating their central role in maintaining genomic stability. The protein interaction network revealed strong connectivity among the selected genes, indicating that breast cancer results from disruptions in multiple interconnected biological processes rather than a single gene defect.</vt:lpstr>
      <vt:lpstr>GENE EXPRESSION ANALYSIS Expression profiles of TP53, ERBB2, and ESR1 were compared between tumor and normal breast tissues. TP53 | ERBB2 | ESR1 (three enlarged plots) Legend: 🟥 Tumor | 🟦 Normal Key finding: Significant differential expression was observed between tumor and normal tissues (*p &lt; 0.05).  TP53 Altered TP53 expression indicates disruption of normal cell-cycle control and DNA damage response mechanisms in breast cancer. ERBB2 ERBB2 showed higher expression in breast cancer tissues compared to normal tissues, suggesting its role in promoting tumor growth and progression. ESR1 ESR1 expression was observed in breast cancer samples, highlighting the importance of estrogen signaling in hormone-responsive breast cancer.    </vt:lpstr>
      <vt:lpstr>PowerPoint Presentation</vt:lpstr>
      <vt:lpstr>SURVIVAL ANALYSIS  Kaplan–Meier survival analysis revealed that high ERBB2 expression was significantly associated with improved relapse-free survival in breast cancer patients (HR = 0.88, 95% CI: 0.79–0.97, log-rank P = 0.01). High ESR1 expression was significantly associated with improved relapse-free survival in breast cancer patients (HR = 0.64, 95% CI: 0.58–0.71, P &lt; 0.001).</vt:lpstr>
      <vt:lpstr>MOLECULAR PATHWAY(KEGG) </vt:lpstr>
      <vt:lpstr>PowerPoint Presentation</vt:lpstr>
      <vt:lpstr>KEY FINDINGS </vt:lpstr>
      <vt:lpstr>TOOLS USED AND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advikaa sinha</dc:creator>
  <cp:lastModifiedBy>advikaa sinha</cp:lastModifiedBy>
  <cp:revision>1</cp:revision>
  <dcterms:created xsi:type="dcterms:W3CDTF">2026-06-22T16:44:03Z</dcterms:created>
  <dcterms:modified xsi:type="dcterms:W3CDTF">2026-06-25T12:18:23Z</dcterms:modified>
</cp:coreProperties>
</file>